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92" r:id="rId1"/>
  </p:sldMasterIdLst>
  <p:notesMasterIdLst>
    <p:notesMasterId r:id="rId21"/>
  </p:notesMasterIdLst>
  <p:sldIdLst>
    <p:sldId id="256" r:id="rId2"/>
    <p:sldId id="418" r:id="rId3"/>
    <p:sldId id="258" r:id="rId4"/>
    <p:sldId id="424" r:id="rId5"/>
    <p:sldId id="434" r:id="rId6"/>
    <p:sldId id="455" r:id="rId7"/>
    <p:sldId id="456" r:id="rId8"/>
    <p:sldId id="416" r:id="rId9"/>
    <p:sldId id="436" r:id="rId10"/>
    <p:sldId id="457" r:id="rId11"/>
    <p:sldId id="437" r:id="rId12"/>
    <p:sldId id="442" r:id="rId13"/>
    <p:sldId id="445" r:id="rId14"/>
    <p:sldId id="459" r:id="rId15"/>
    <p:sldId id="460" r:id="rId16"/>
    <p:sldId id="461" r:id="rId17"/>
    <p:sldId id="463" r:id="rId18"/>
    <p:sldId id="462" r:id="rId19"/>
    <p:sldId id="263" r:id="rId20"/>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mmad Abbas" initials="HA" lastIdx="1" clrIdx="0">
    <p:extLst>
      <p:ext uri="{19B8F6BF-5375-455C-9EA6-DF929625EA0E}">
        <p15:presenceInfo xmlns:p15="http://schemas.microsoft.com/office/powerpoint/2012/main" userId="799057e8cfa4d55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97" autoAdjust="0"/>
    <p:restoredTop sz="94671" autoAdjust="0"/>
  </p:normalViewPr>
  <p:slideViewPr>
    <p:cSldViewPr>
      <p:cViewPr varScale="1">
        <p:scale>
          <a:sx n="59" d="100"/>
          <a:sy n="59" d="100"/>
        </p:scale>
        <p:origin x="1564"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50AC8F-272A-48E4-A7C2-1EF76D413AD6}"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89D5A2B3-6039-4371-9C68-4FB4EFD0BF68}">
      <dgm:prSet phldrT="[Text]"/>
      <dgm:spPr/>
      <dgm:t>
        <a:bodyPr/>
        <a:lstStyle/>
        <a:p>
          <a:r>
            <a:rPr lang="en-US" dirty="0"/>
            <a:t>Engr .Dr. Rehan Liaqat</a:t>
          </a:r>
        </a:p>
      </dgm:t>
    </dgm:pt>
    <dgm:pt modelId="{1A6737D8-A218-429D-83C3-7EEF071658F3}" type="parTrans" cxnId="{C973BDCA-0A50-4A8A-9504-5D7AF813BEDC}">
      <dgm:prSet/>
      <dgm:spPr/>
      <dgm:t>
        <a:bodyPr/>
        <a:lstStyle/>
        <a:p>
          <a:endParaRPr lang="en-US"/>
        </a:p>
      </dgm:t>
    </dgm:pt>
    <dgm:pt modelId="{FFFFBBDF-3D50-4162-A97A-DCFB92E77B70}" type="sibTrans" cxnId="{C973BDCA-0A50-4A8A-9504-5D7AF813BEDC}">
      <dgm:prSet/>
      <dgm:spPr/>
      <dgm:t>
        <a:bodyPr/>
        <a:lstStyle/>
        <a:p>
          <a:endParaRPr lang="en-US"/>
        </a:p>
      </dgm:t>
    </dgm:pt>
    <dgm:pt modelId="{388A2011-6377-426A-B3C0-7EE02CD5E6DA}">
      <dgm:prSet phldrT="[Text]"/>
      <dgm:spPr/>
      <dgm:t>
        <a:bodyPr/>
        <a:lstStyle/>
        <a:p>
          <a:r>
            <a:rPr lang="en-US" dirty="0"/>
            <a:t>Mubashir Bashir</a:t>
          </a:r>
        </a:p>
      </dgm:t>
    </dgm:pt>
    <dgm:pt modelId="{D1EC8485-54D4-4474-A08D-2ED4C772BE5F}" type="parTrans" cxnId="{B4ED74FB-DB52-4A0A-8085-275A1DCDF55F}">
      <dgm:prSet/>
      <dgm:spPr/>
      <dgm:t>
        <a:bodyPr/>
        <a:lstStyle/>
        <a:p>
          <a:endParaRPr lang="en-US"/>
        </a:p>
      </dgm:t>
    </dgm:pt>
    <dgm:pt modelId="{DFFC18FC-76EE-49D4-B129-A122D26E9DFA}" type="sibTrans" cxnId="{B4ED74FB-DB52-4A0A-8085-275A1DCDF55F}">
      <dgm:prSet/>
      <dgm:spPr/>
      <dgm:t>
        <a:bodyPr/>
        <a:lstStyle/>
        <a:p>
          <a:endParaRPr lang="en-US"/>
        </a:p>
      </dgm:t>
    </dgm:pt>
    <dgm:pt modelId="{616BF225-462B-4A3D-9ED5-B56D9E6A08FA}">
      <dgm:prSet phldrT="[Text]"/>
      <dgm:spPr/>
      <dgm:t>
        <a:bodyPr/>
        <a:lstStyle/>
        <a:p>
          <a:r>
            <a:rPr lang="en-US" dirty="0"/>
            <a:t>M Aamir Shehzad</a:t>
          </a:r>
        </a:p>
      </dgm:t>
    </dgm:pt>
    <dgm:pt modelId="{EDCAB6DC-F17D-41A1-9CDC-4893D78219E5}" type="parTrans" cxnId="{15950176-2E48-40D8-9282-DAC68532EA20}">
      <dgm:prSet/>
      <dgm:spPr/>
      <dgm:t>
        <a:bodyPr/>
        <a:lstStyle/>
        <a:p>
          <a:endParaRPr lang="en-US"/>
        </a:p>
      </dgm:t>
    </dgm:pt>
    <dgm:pt modelId="{7062CE81-12E5-4C7E-81FB-6913C516D1F6}" type="sibTrans" cxnId="{15950176-2E48-40D8-9282-DAC68532EA20}">
      <dgm:prSet/>
      <dgm:spPr/>
      <dgm:t>
        <a:bodyPr/>
        <a:lstStyle/>
        <a:p>
          <a:endParaRPr lang="en-US"/>
        </a:p>
      </dgm:t>
    </dgm:pt>
    <dgm:pt modelId="{ABC4891A-F5F0-4252-90C3-BD932BE86C18}">
      <dgm:prSet phldrT="[Text]"/>
      <dgm:spPr/>
      <dgm:t>
        <a:bodyPr/>
        <a:lstStyle/>
        <a:p>
          <a:r>
            <a:rPr lang="en-US" dirty="0"/>
            <a:t>Muhammad Zahid</a:t>
          </a:r>
        </a:p>
      </dgm:t>
    </dgm:pt>
    <dgm:pt modelId="{CA0B0596-FD06-41EF-90CF-B369B2A10757}" type="parTrans" cxnId="{6DA05FDC-0409-416D-A63B-30972F63C0CB}">
      <dgm:prSet/>
      <dgm:spPr/>
      <dgm:t>
        <a:bodyPr/>
        <a:lstStyle/>
        <a:p>
          <a:endParaRPr lang="en-US"/>
        </a:p>
      </dgm:t>
    </dgm:pt>
    <dgm:pt modelId="{E1400818-A35B-4DFB-A3A4-95A755491466}" type="sibTrans" cxnId="{6DA05FDC-0409-416D-A63B-30972F63C0CB}">
      <dgm:prSet/>
      <dgm:spPr/>
      <dgm:t>
        <a:bodyPr/>
        <a:lstStyle/>
        <a:p>
          <a:endParaRPr lang="en-US"/>
        </a:p>
      </dgm:t>
    </dgm:pt>
    <dgm:pt modelId="{938A50B4-2C45-4EDB-B1FE-11ECAC73755D}">
      <dgm:prSet phldrT="[Text]"/>
      <dgm:spPr/>
      <dgm:t>
        <a:bodyPr/>
        <a:lstStyle/>
        <a:p>
          <a:r>
            <a:rPr lang="en-US" dirty="0"/>
            <a:t>Muhammad Umer Farooq</a:t>
          </a:r>
        </a:p>
      </dgm:t>
    </dgm:pt>
    <dgm:pt modelId="{BF216E1E-B002-4593-AA63-BE98C75F9AE1}" type="parTrans" cxnId="{5441CC08-3746-4A04-817E-0991814B9238}">
      <dgm:prSet/>
      <dgm:spPr/>
      <dgm:t>
        <a:bodyPr/>
        <a:lstStyle/>
        <a:p>
          <a:endParaRPr lang="en-US"/>
        </a:p>
      </dgm:t>
    </dgm:pt>
    <dgm:pt modelId="{CE10B362-86B9-4AFF-A939-20DA2893ABBA}" type="sibTrans" cxnId="{5441CC08-3746-4A04-817E-0991814B9238}">
      <dgm:prSet/>
      <dgm:spPr/>
      <dgm:t>
        <a:bodyPr/>
        <a:lstStyle/>
        <a:p>
          <a:endParaRPr lang="en-US"/>
        </a:p>
      </dgm:t>
    </dgm:pt>
    <dgm:pt modelId="{12388B36-40FF-41DF-BAE4-5A9F3E0E7E04}">
      <dgm:prSet/>
      <dgm:spPr/>
      <dgm:t>
        <a:bodyPr/>
        <a:lstStyle/>
        <a:p>
          <a:r>
            <a:rPr lang="en-US" dirty="0"/>
            <a:t>12766</a:t>
          </a:r>
        </a:p>
      </dgm:t>
    </dgm:pt>
    <dgm:pt modelId="{AF5B1E30-15F6-4D99-88CE-4D36BB281FBB}" type="parTrans" cxnId="{0B12F975-C63D-47DD-8958-A657C722F146}">
      <dgm:prSet/>
      <dgm:spPr/>
      <dgm:t>
        <a:bodyPr/>
        <a:lstStyle/>
        <a:p>
          <a:endParaRPr lang="en-US"/>
        </a:p>
      </dgm:t>
    </dgm:pt>
    <dgm:pt modelId="{98C58C35-C597-46FD-94D8-A29AAF72731C}" type="sibTrans" cxnId="{0B12F975-C63D-47DD-8958-A657C722F146}">
      <dgm:prSet/>
      <dgm:spPr/>
      <dgm:t>
        <a:bodyPr/>
        <a:lstStyle/>
        <a:p>
          <a:endParaRPr lang="en-US"/>
        </a:p>
      </dgm:t>
    </dgm:pt>
    <dgm:pt modelId="{4F91A2CC-16F5-4464-9F3A-0A348F1B4264}">
      <dgm:prSet/>
      <dgm:spPr/>
      <dgm:t>
        <a:bodyPr/>
        <a:lstStyle/>
        <a:p>
          <a:r>
            <a:rPr lang="en-US" dirty="0"/>
            <a:t>12727</a:t>
          </a:r>
        </a:p>
      </dgm:t>
    </dgm:pt>
    <dgm:pt modelId="{3C8EFFFC-B0CF-478E-99BF-4E320CB870D1}" type="parTrans" cxnId="{4297E962-BE5C-41F8-8D6D-E65896A6760D}">
      <dgm:prSet/>
      <dgm:spPr/>
      <dgm:t>
        <a:bodyPr/>
        <a:lstStyle/>
        <a:p>
          <a:endParaRPr lang="en-US"/>
        </a:p>
      </dgm:t>
    </dgm:pt>
    <dgm:pt modelId="{CB645EEC-8C53-4B5F-B06C-8E3734382AE4}" type="sibTrans" cxnId="{4297E962-BE5C-41F8-8D6D-E65896A6760D}">
      <dgm:prSet/>
      <dgm:spPr/>
      <dgm:t>
        <a:bodyPr/>
        <a:lstStyle/>
        <a:p>
          <a:endParaRPr lang="en-US"/>
        </a:p>
      </dgm:t>
    </dgm:pt>
    <dgm:pt modelId="{F0918CBC-D34F-4C63-876E-BB1B4A87B6CE}">
      <dgm:prSet/>
      <dgm:spPr/>
      <dgm:t>
        <a:bodyPr/>
        <a:lstStyle/>
        <a:p>
          <a:r>
            <a:rPr lang="en-US" dirty="0"/>
            <a:t>12715</a:t>
          </a:r>
        </a:p>
      </dgm:t>
    </dgm:pt>
    <dgm:pt modelId="{121A97F0-8C11-4E7F-818A-5C519F830D31}" type="parTrans" cxnId="{9A885C25-D02F-462D-A2D9-0A71CF2DA82E}">
      <dgm:prSet/>
      <dgm:spPr/>
      <dgm:t>
        <a:bodyPr/>
        <a:lstStyle/>
        <a:p>
          <a:endParaRPr lang="en-US"/>
        </a:p>
      </dgm:t>
    </dgm:pt>
    <dgm:pt modelId="{CA00278D-C6B7-43C7-B886-7D7DB2351F49}" type="sibTrans" cxnId="{9A885C25-D02F-462D-A2D9-0A71CF2DA82E}">
      <dgm:prSet/>
      <dgm:spPr/>
      <dgm:t>
        <a:bodyPr/>
        <a:lstStyle/>
        <a:p>
          <a:endParaRPr lang="en-US"/>
        </a:p>
      </dgm:t>
    </dgm:pt>
    <dgm:pt modelId="{753BE16A-972C-42D2-9005-158A6E60F4DD}">
      <dgm:prSet/>
      <dgm:spPr/>
      <dgm:t>
        <a:bodyPr/>
        <a:lstStyle/>
        <a:p>
          <a:r>
            <a:rPr lang="en-US" dirty="0"/>
            <a:t>12708</a:t>
          </a:r>
        </a:p>
      </dgm:t>
    </dgm:pt>
    <dgm:pt modelId="{8B3FCFBB-7769-4483-B16B-DC961A5DC1AE}" type="parTrans" cxnId="{22E6911C-596B-464B-BE3B-66E5D9020FC4}">
      <dgm:prSet/>
      <dgm:spPr/>
      <dgm:t>
        <a:bodyPr/>
        <a:lstStyle/>
        <a:p>
          <a:endParaRPr lang="en-US"/>
        </a:p>
      </dgm:t>
    </dgm:pt>
    <dgm:pt modelId="{801D7EA4-19E4-414D-911C-7102C84B5CFD}" type="sibTrans" cxnId="{22E6911C-596B-464B-BE3B-66E5D9020FC4}">
      <dgm:prSet/>
      <dgm:spPr/>
      <dgm:t>
        <a:bodyPr/>
        <a:lstStyle/>
        <a:p>
          <a:endParaRPr lang="en-US"/>
        </a:p>
      </dgm:t>
    </dgm:pt>
    <dgm:pt modelId="{3DDB12D3-2256-4D6F-B220-CFA84E489729}" type="pres">
      <dgm:prSet presAssocID="{2850AC8F-272A-48E4-A7C2-1EF76D413AD6}" presName="hierChild1" presStyleCnt="0">
        <dgm:presLayoutVars>
          <dgm:chPref val="1"/>
          <dgm:dir/>
          <dgm:animOne val="branch"/>
          <dgm:animLvl val="lvl"/>
          <dgm:resizeHandles/>
        </dgm:presLayoutVars>
      </dgm:prSet>
      <dgm:spPr/>
    </dgm:pt>
    <dgm:pt modelId="{A5605C16-73F0-4C66-AAC3-5A220438BC51}" type="pres">
      <dgm:prSet presAssocID="{89D5A2B3-6039-4371-9C68-4FB4EFD0BF68}" presName="hierRoot1" presStyleCnt="0"/>
      <dgm:spPr/>
    </dgm:pt>
    <dgm:pt modelId="{FC6949B3-A829-4C99-AB93-7683CAAB8726}" type="pres">
      <dgm:prSet presAssocID="{89D5A2B3-6039-4371-9C68-4FB4EFD0BF68}" presName="composite" presStyleCnt="0"/>
      <dgm:spPr/>
    </dgm:pt>
    <dgm:pt modelId="{98B06C61-CEA5-40AC-AFCC-248FCDD637A0}" type="pres">
      <dgm:prSet presAssocID="{89D5A2B3-6039-4371-9C68-4FB4EFD0BF68}" presName="background" presStyleLbl="node0" presStyleIdx="0" presStyleCnt="1"/>
      <dgm:spPr/>
    </dgm:pt>
    <dgm:pt modelId="{AD597697-17CC-4353-B96E-8AA70023417C}" type="pres">
      <dgm:prSet presAssocID="{89D5A2B3-6039-4371-9C68-4FB4EFD0BF68}" presName="text" presStyleLbl="fgAcc0" presStyleIdx="0" presStyleCnt="1">
        <dgm:presLayoutVars>
          <dgm:chPref val="3"/>
        </dgm:presLayoutVars>
      </dgm:prSet>
      <dgm:spPr/>
    </dgm:pt>
    <dgm:pt modelId="{31F56C37-DDD7-4C10-8D92-323E4BBD3258}" type="pres">
      <dgm:prSet presAssocID="{89D5A2B3-6039-4371-9C68-4FB4EFD0BF68}" presName="hierChild2" presStyleCnt="0"/>
      <dgm:spPr/>
    </dgm:pt>
    <dgm:pt modelId="{551B71EB-1F99-4150-BBB0-19DF910604CB}" type="pres">
      <dgm:prSet presAssocID="{D1EC8485-54D4-4474-A08D-2ED4C772BE5F}" presName="Name10" presStyleLbl="parChTrans1D2" presStyleIdx="0" presStyleCnt="4"/>
      <dgm:spPr/>
    </dgm:pt>
    <dgm:pt modelId="{78196242-F819-48EF-851A-4A13FB3F32A0}" type="pres">
      <dgm:prSet presAssocID="{388A2011-6377-426A-B3C0-7EE02CD5E6DA}" presName="hierRoot2" presStyleCnt="0"/>
      <dgm:spPr/>
    </dgm:pt>
    <dgm:pt modelId="{5CAD0810-D250-41CC-98B6-7FFD9D1EBD26}" type="pres">
      <dgm:prSet presAssocID="{388A2011-6377-426A-B3C0-7EE02CD5E6DA}" presName="composite2" presStyleCnt="0"/>
      <dgm:spPr/>
    </dgm:pt>
    <dgm:pt modelId="{98719AB0-9820-4C74-8CF3-99E37626C295}" type="pres">
      <dgm:prSet presAssocID="{388A2011-6377-426A-B3C0-7EE02CD5E6DA}" presName="background2" presStyleLbl="node2" presStyleIdx="0" presStyleCnt="4"/>
      <dgm:spPr/>
    </dgm:pt>
    <dgm:pt modelId="{BE95F265-8294-41D8-AD19-A3D894F97078}" type="pres">
      <dgm:prSet presAssocID="{388A2011-6377-426A-B3C0-7EE02CD5E6DA}" presName="text2" presStyleLbl="fgAcc2" presStyleIdx="0" presStyleCnt="4">
        <dgm:presLayoutVars>
          <dgm:chPref val="3"/>
        </dgm:presLayoutVars>
      </dgm:prSet>
      <dgm:spPr/>
    </dgm:pt>
    <dgm:pt modelId="{7F8F3296-B89D-4931-90CD-10108BA73475}" type="pres">
      <dgm:prSet presAssocID="{388A2011-6377-426A-B3C0-7EE02CD5E6DA}" presName="hierChild3" presStyleCnt="0"/>
      <dgm:spPr/>
    </dgm:pt>
    <dgm:pt modelId="{BEE80640-EAF5-4D82-ACEC-78C49E961E22}" type="pres">
      <dgm:prSet presAssocID="{8B3FCFBB-7769-4483-B16B-DC961A5DC1AE}" presName="Name17" presStyleLbl="parChTrans1D3" presStyleIdx="0" presStyleCnt="4"/>
      <dgm:spPr/>
    </dgm:pt>
    <dgm:pt modelId="{F1607532-C944-4275-AD77-979C902C6CF6}" type="pres">
      <dgm:prSet presAssocID="{753BE16A-972C-42D2-9005-158A6E60F4DD}" presName="hierRoot3" presStyleCnt="0"/>
      <dgm:spPr/>
    </dgm:pt>
    <dgm:pt modelId="{CDCAA907-0B97-41AB-B094-31B876D27D1B}" type="pres">
      <dgm:prSet presAssocID="{753BE16A-972C-42D2-9005-158A6E60F4DD}" presName="composite3" presStyleCnt="0"/>
      <dgm:spPr/>
    </dgm:pt>
    <dgm:pt modelId="{DAEB4F19-8F89-4E0A-BF73-8ABD5BEE9711}" type="pres">
      <dgm:prSet presAssocID="{753BE16A-972C-42D2-9005-158A6E60F4DD}" presName="background3" presStyleLbl="node3" presStyleIdx="0" presStyleCnt="4"/>
      <dgm:spPr/>
    </dgm:pt>
    <dgm:pt modelId="{DE1FC62E-83E9-4A8D-AB41-15D79C9102C3}" type="pres">
      <dgm:prSet presAssocID="{753BE16A-972C-42D2-9005-158A6E60F4DD}" presName="text3" presStyleLbl="fgAcc3" presStyleIdx="0" presStyleCnt="4">
        <dgm:presLayoutVars>
          <dgm:chPref val="3"/>
        </dgm:presLayoutVars>
      </dgm:prSet>
      <dgm:spPr/>
    </dgm:pt>
    <dgm:pt modelId="{3F2E5CE4-8A62-4BB6-AF58-788CCFEE7FA7}" type="pres">
      <dgm:prSet presAssocID="{753BE16A-972C-42D2-9005-158A6E60F4DD}" presName="hierChild4" presStyleCnt="0"/>
      <dgm:spPr/>
    </dgm:pt>
    <dgm:pt modelId="{D415BAB1-3BFC-4D34-A999-68F95609D558}" type="pres">
      <dgm:prSet presAssocID="{EDCAB6DC-F17D-41A1-9CDC-4893D78219E5}" presName="Name10" presStyleLbl="parChTrans1D2" presStyleIdx="1" presStyleCnt="4"/>
      <dgm:spPr/>
    </dgm:pt>
    <dgm:pt modelId="{9534E71E-935C-4695-83F6-1099770682C7}" type="pres">
      <dgm:prSet presAssocID="{616BF225-462B-4A3D-9ED5-B56D9E6A08FA}" presName="hierRoot2" presStyleCnt="0"/>
      <dgm:spPr/>
    </dgm:pt>
    <dgm:pt modelId="{055CB666-27C3-4031-870E-04C21BD2FBF1}" type="pres">
      <dgm:prSet presAssocID="{616BF225-462B-4A3D-9ED5-B56D9E6A08FA}" presName="composite2" presStyleCnt="0"/>
      <dgm:spPr/>
    </dgm:pt>
    <dgm:pt modelId="{0349D5CC-7D09-4084-B775-DF23B8946329}" type="pres">
      <dgm:prSet presAssocID="{616BF225-462B-4A3D-9ED5-B56D9E6A08FA}" presName="background2" presStyleLbl="node2" presStyleIdx="1" presStyleCnt="4"/>
      <dgm:spPr/>
    </dgm:pt>
    <dgm:pt modelId="{58466698-5A9F-4EA3-8D44-DACDF7AAE255}" type="pres">
      <dgm:prSet presAssocID="{616BF225-462B-4A3D-9ED5-B56D9E6A08FA}" presName="text2" presStyleLbl="fgAcc2" presStyleIdx="1" presStyleCnt="4">
        <dgm:presLayoutVars>
          <dgm:chPref val="3"/>
        </dgm:presLayoutVars>
      </dgm:prSet>
      <dgm:spPr/>
    </dgm:pt>
    <dgm:pt modelId="{32277211-579C-4B1D-83C0-28F2BCAC3E78}" type="pres">
      <dgm:prSet presAssocID="{616BF225-462B-4A3D-9ED5-B56D9E6A08FA}" presName="hierChild3" presStyleCnt="0"/>
      <dgm:spPr/>
    </dgm:pt>
    <dgm:pt modelId="{D6CA7D8A-0986-41FF-9BDB-6F6A3A90C499}" type="pres">
      <dgm:prSet presAssocID="{121A97F0-8C11-4E7F-818A-5C519F830D31}" presName="Name17" presStyleLbl="parChTrans1D3" presStyleIdx="1" presStyleCnt="4"/>
      <dgm:spPr/>
    </dgm:pt>
    <dgm:pt modelId="{929C3617-8BB6-47BB-A894-C7C54740FFE5}" type="pres">
      <dgm:prSet presAssocID="{F0918CBC-D34F-4C63-876E-BB1B4A87B6CE}" presName="hierRoot3" presStyleCnt="0"/>
      <dgm:spPr/>
    </dgm:pt>
    <dgm:pt modelId="{37D2C4A6-05F6-459B-AAD8-B0882E04EF82}" type="pres">
      <dgm:prSet presAssocID="{F0918CBC-D34F-4C63-876E-BB1B4A87B6CE}" presName="composite3" presStyleCnt="0"/>
      <dgm:spPr/>
    </dgm:pt>
    <dgm:pt modelId="{1A23C520-1AB2-4D6C-B8E8-FD1CBEE08A76}" type="pres">
      <dgm:prSet presAssocID="{F0918CBC-D34F-4C63-876E-BB1B4A87B6CE}" presName="background3" presStyleLbl="node3" presStyleIdx="1" presStyleCnt="4"/>
      <dgm:spPr/>
    </dgm:pt>
    <dgm:pt modelId="{7EAFB34F-33A0-4E92-9CB8-4FDE8C97FE75}" type="pres">
      <dgm:prSet presAssocID="{F0918CBC-D34F-4C63-876E-BB1B4A87B6CE}" presName="text3" presStyleLbl="fgAcc3" presStyleIdx="1" presStyleCnt="4">
        <dgm:presLayoutVars>
          <dgm:chPref val="3"/>
        </dgm:presLayoutVars>
      </dgm:prSet>
      <dgm:spPr/>
    </dgm:pt>
    <dgm:pt modelId="{AC88E58C-E3BE-484D-9BFE-3CE5E2B98C79}" type="pres">
      <dgm:prSet presAssocID="{F0918CBC-D34F-4C63-876E-BB1B4A87B6CE}" presName="hierChild4" presStyleCnt="0"/>
      <dgm:spPr/>
    </dgm:pt>
    <dgm:pt modelId="{79F036B0-B2F3-466A-8BF3-46099DC57C1C}" type="pres">
      <dgm:prSet presAssocID="{CA0B0596-FD06-41EF-90CF-B369B2A10757}" presName="Name10" presStyleLbl="parChTrans1D2" presStyleIdx="2" presStyleCnt="4"/>
      <dgm:spPr/>
    </dgm:pt>
    <dgm:pt modelId="{2C362D22-6934-48AD-A08B-E34F82038977}" type="pres">
      <dgm:prSet presAssocID="{ABC4891A-F5F0-4252-90C3-BD932BE86C18}" presName="hierRoot2" presStyleCnt="0"/>
      <dgm:spPr/>
    </dgm:pt>
    <dgm:pt modelId="{9159811B-874D-4C52-B5CA-D196A8298D37}" type="pres">
      <dgm:prSet presAssocID="{ABC4891A-F5F0-4252-90C3-BD932BE86C18}" presName="composite2" presStyleCnt="0"/>
      <dgm:spPr/>
    </dgm:pt>
    <dgm:pt modelId="{9853B62B-91AC-4B18-AA58-6052081C7A5F}" type="pres">
      <dgm:prSet presAssocID="{ABC4891A-F5F0-4252-90C3-BD932BE86C18}" presName="background2" presStyleLbl="node2" presStyleIdx="2" presStyleCnt="4"/>
      <dgm:spPr/>
    </dgm:pt>
    <dgm:pt modelId="{4714E050-C739-48A7-8203-BC5E3B5A35CE}" type="pres">
      <dgm:prSet presAssocID="{ABC4891A-F5F0-4252-90C3-BD932BE86C18}" presName="text2" presStyleLbl="fgAcc2" presStyleIdx="2" presStyleCnt="4">
        <dgm:presLayoutVars>
          <dgm:chPref val="3"/>
        </dgm:presLayoutVars>
      </dgm:prSet>
      <dgm:spPr/>
    </dgm:pt>
    <dgm:pt modelId="{FA9FBB29-9DE2-447A-BF8C-4372303C1176}" type="pres">
      <dgm:prSet presAssocID="{ABC4891A-F5F0-4252-90C3-BD932BE86C18}" presName="hierChild3" presStyleCnt="0"/>
      <dgm:spPr/>
    </dgm:pt>
    <dgm:pt modelId="{1B307A84-D822-47AA-969E-0D61888B4D92}" type="pres">
      <dgm:prSet presAssocID="{3C8EFFFC-B0CF-478E-99BF-4E320CB870D1}" presName="Name17" presStyleLbl="parChTrans1D3" presStyleIdx="2" presStyleCnt="4"/>
      <dgm:spPr/>
    </dgm:pt>
    <dgm:pt modelId="{F624113D-628C-49B3-AD13-BFC3BDF749E4}" type="pres">
      <dgm:prSet presAssocID="{4F91A2CC-16F5-4464-9F3A-0A348F1B4264}" presName="hierRoot3" presStyleCnt="0"/>
      <dgm:spPr/>
    </dgm:pt>
    <dgm:pt modelId="{BC70ABE5-D68B-4ABC-A52B-B75BBF3CD65C}" type="pres">
      <dgm:prSet presAssocID="{4F91A2CC-16F5-4464-9F3A-0A348F1B4264}" presName="composite3" presStyleCnt="0"/>
      <dgm:spPr/>
    </dgm:pt>
    <dgm:pt modelId="{9884CB09-DAA6-4BC6-84A5-A683200BCAFE}" type="pres">
      <dgm:prSet presAssocID="{4F91A2CC-16F5-4464-9F3A-0A348F1B4264}" presName="background3" presStyleLbl="node3" presStyleIdx="2" presStyleCnt="4"/>
      <dgm:spPr/>
    </dgm:pt>
    <dgm:pt modelId="{0EA10CB8-1645-447F-AD1A-B6EDE8BA7C23}" type="pres">
      <dgm:prSet presAssocID="{4F91A2CC-16F5-4464-9F3A-0A348F1B4264}" presName="text3" presStyleLbl="fgAcc3" presStyleIdx="2" presStyleCnt="4">
        <dgm:presLayoutVars>
          <dgm:chPref val="3"/>
        </dgm:presLayoutVars>
      </dgm:prSet>
      <dgm:spPr/>
    </dgm:pt>
    <dgm:pt modelId="{D6975647-B68D-4323-B7A0-841ECCC042C2}" type="pres">
      <dgm:prSet presAssocID="{4F91A2CC-16F5-4464-9F3A-0A348F1B4264}" presName="hierChild4" presStyleCnt="0"/>
      <dgm:spPr/>
    </dgm:pt>
    <dgm:pt modelId="{BC98EA8F-6F0B-4248-8AFB-748470C9BF5A}" type="pres">
      <dgm:prSet presAssocID="{BF216E1E-B002-4593-AA63-BE98C75F9AE1}" presName="Name10" presStyleLbl="parChTrans1D2" presStyleIdx="3" presStyleCnt="4"/>
      <dgm:spPr/>
    </dgm:pt>
    <dgm:pt modelId="{86C9B72F-D860-4A00-8073-68A09512197B}" type="pres">
      <dgm:prSet presAssocID="{938A50B4-2C45-4EDB-B1FE-11ECAC73755D}" presName="hierRoot2" presStyleCnt="0"/>
      <dgm:spPr/>
    </dgm:pt>
    <dgm:pt modelId="{37FF6AFC-DE94-46F6-8FD3-B4802006D4DB}" type="pres">
      <dgm:prSet presAssocID="{938A50B4-2C45-4EDB-B1FE-11ECAC73755D}" presName="composite2" presStyleCnt="0"/>
      <dgm:spPr/>
    </dgm:pt>
    <dgm:pt modelId="{A6BE40A0-037E-4C37-8D94-54B010B8D02F}" type="pres">
      <dgm:prSet presAssocID="{938A50B4-2C45-4EDB-B1FE-11ECAC73755D}" presName="background2" presStyleLbl="node2" presStyleIdx="3" presStyleCnt="4"/>
      <dgm:spPr/>
    </dgm:pt>
    <dgm:pt modelId="{AD470605-3F10-4459-9A81-7D64AB64F19D}" type="pres">
      <dgm:prSet presAssocID="{938A50B4-2C45-4EDB-B1FE-11ECAC73755D}" presName="text2" presStyleLbl="fgAcc2" presStyleIdx="3" presStyleCnt="4">
        <dgm:presLayoutVars>
          <dgm:chPref val="3"/>
        </dgm:presLayoutVars>
      </dgm:prSet>
      <dgm:spPr/>
    </dgm:pt>
    <dgm:pt modelId="{D03B3D01-4501-4753-93B2-4BD1E5AFC9E5}" type="pres">
      <dgm:prSet presAssocID="{938A50B4-2C45-4EDB-B1FE-11ECAC73755D}" presName="hierChild3" presStyleCnt="0"/>
      <dgm:spPr/>
    </dgm:pt>
    <dgm:pt modelId="{9E9C6FA9-FF5C-4239-97AC-D46862516776}" type="pres">
      <dgm:prSet presAssocID="{AF5B1E30-15F6-4D99-88CE-4D36BB281FBB}" presName="Name17" presStyleLbl="parChTrans1D3" presStyleIdx="3" presStyleCnt="4"/>
      <dgm:spPr/>
    </dgm:pt>
    <dgm:pt modelId="{FA01A0A5-62C1-4CA6-B1F8-D43B1EE9DF31}" type="pres">
      <dgm:prSet presAssocID="{12388B36-40FF-41DF-BAE4-5A9F3E0E7E04}" presName="hierRoot3" presStyleCnt="0"/>
      <dgm:spPr/>
    </dgm:pt>
    <dgm:pt modelId="{F43D98D8-7AB4-4B52-8556-6155A31384D0}" type="pres">
      <dgm:prSet presAssocID="{12388B36-40FF-41DF-BAE4-5A9F3E0E7E04}" presName="composite3" presStyleCnt="0"/>
      <dgm:spPr/>
    </dgm:pt>
    <dgm:pt modelId="{2A5DA041-63F4-46C3-93A2-6A064E661746}" type="pres">
      <dgm:prSet presAssocID="{12388B36-40FF-41DF-BAE4-5A9F3E0E7E04}" presName="background3" presStyleLbl="node3" presStyleIdx="3" presStyleCnt="4"/>
      <dgm:spPr/>
    </dgm:pt>
    <dgm:pt modelId="{B8C14556-85B4-4974-A435-FCC70E66FB9B}" type="pres">
      <dgm:prSet presAssocID="{12388B36-40FF-41DF-BAE4-5A9F3E0E7E04}" presName="text3" presStyleLbl="fgAcc3" presStyleIdx="3" presStyleCnt="4">
        <dgm:presLayoutVars>
          <dgm:chPref val="3"/>
        </dgm:presLayoutVars>
      </dgm:prSet>
      <dgm:spPr/>
    </dgm:pt>
    <dgm:pt modelId="{7EB5DFD4-C563-4961-8855-E1F1F1DE4790}" type="pres">
      <dgm:prSet presAssocID="{12388B36-40FF-41DF-BAE4-5A9F3E0E7E04}" presName="hierChild4" presStyleCnt="0"/>
      <dgm:spPr/>
    </dgm:pt>
  </dgm:ptLst>
  <dgm:cxnLst>
    <dgm:cxn modelId="{5441CC08-3746-4A04-817E-0991814B9238}" srcId="{89D5A2B3-6039-4371-9C68-4FB4EFD0BF68}" destId="{938A50B4-2C45-4EDB-B1FE-11ECAC73755D}" srcOrd="3" destOrd="0" parTransId="{BF216E1E-B002-4593-AA63-BE98C75F9AE1}" sibTransId="{CE10B362-86B9-4AFF-A939-20DA2893ABBA}"/>
    <dgm:cxn modelId="{544ED70B-ADF6-428D-8FC5-2254DF26FD8C}" type="presOf" srcId="{616BF225-462B-4A3D-9ED5-B56D9E6A08FA}" destId="{58466698-5A9F-4EA3-8D44-DACDF7AAE255}" srcOrd="0" destOrd="0" presId="urn:microsoft.com/office/officeart/2005/8/layout/hierarchy1"/>
    <dgm:cxn modelId="{1695771B-2DC1-48D6-895F-341D9A5EEA9F}" type="presOf" srcId="{EDCAB6DC-F17D-41A1-9CDC-4893D78219E5}" destId="{D415BAB1-3BFC-4D34-A999-68F95609D558}" srcOrd="0" destOrd="0" presId="urn:microsoft.com/office/officeart/2005/8/layout/hierarchy1"/>
    <dgm:cxn modelId="{22E6911C-596B-464B-BE3B-66E5D9020FC4}" srcId="{388A2011-6377-426A-B3C0-7EE02CD5E6DA}" destId="{753BE16A-972C-42D2-9005-158A6E60F4DD}" srcOrd="0" destOrd="0" parTransId="{8B3FCFBB-7769-4483-B16B-DC961A5DC1AE}" sibTransId="{801D7EA4-19E4-414D-911C-7102C84B5CFD}"/>
    <dgm:cxn modelId="{7F42151F-1042-4D5B-AE24-9BDACE06D4CF}" type="presOf" srcId="{388A2011-6377-426A-B3C0-7EE02CD5E6DA}" destId="{BE95F265-8294-41D8-AD19-A3D894F97078}" srcOrd="0" destOrd="0" presId="urn:microsoft.com/office/officeart/2005/8/layout/hierarchy1"/>
    <dgm:cxn modelId="{9A885C25-D02F-462D-A2D9-0A71CF2DA82E}" srcId="{616BF225-462B-4A3D-9ED5-B56D9E6A08FA}" destId="{F0918CBC-D34F-4C63-876E-BB1B4A87B6CE}" srcOrd="0" destOrd="0" parTransId="{121A97F0-8C11-4E7F-818A-5C519F830D31}" sibTransId="{CA00278D-C6B7-43C7-B886-7D7DB2351F49}"/>
    <dgm:cxn modelId="{11B6B725-2B5A-47E8-9261-EC4BA136DEB7}" type="presOf" srcId="{AF5B1E30-15F6-4D99-88CE-4D36BB281FBB}" destId="{9E9C6FA9-FF5C-4239-97AC-D46862516776}" srcOrd="0" destOrd="0" presId="urn:microsoft.com/office/officeart/2005/8/layout/hierarchy1"/>
    <dgm:cxn modelId="{54A4645B-310F-46CD-AD15-298D6840D5D7}" type="presOf" srcId="{3C8EFFFC-B0CF-478E-99BF-4E320CB870D1}" destId="{1B307A84-D822-47AA-969E-0D61888B4D92}" srcOrd="0" destOrd="0" presId="urn:microsoft.com/office/officeart/2005/8/layout/hierarchy1"/>
    <dgm:cxn modelId="{ED14475B-9D6F-4FE8-A361-5C393DF3CE83}" type="presOf" srcId="{753BE16A-972C-42D2-9005-158A6E60F4DD}" destId="{DE1FC62E-83E9-4A8D-AB41-15D79C9102C3}" srcOrd="0" destOrd="0" presId="urn:microsoft.com/office/officeart/2005/8/layout/hierarchy1"/>
    <dgm:cxn modelId="{4297E962-BE5C-41F8-8D6D-E65896A6760D}" srcId="{ABC4891A-F5F0-4252-90C3-BD932BE86C18}" destId="{4F91A2CC-16F5-4464-9F3A-0A348F1B4264}" srcOrd="0" destOrd="0" parTransId="{3C8EFFFC-B0CF-478E-99BF-4E320CB870D1}" sibTransId="{CB645EEC-8C53-4B5F-B06C-8E3734382AE4}"/>
    <dgm:cxn modelId="{E9561947-3E10-4462-B2AE-E0D23735DD95}" type="presOf" srcId="{12388B36-40FF-41DF-BAE4-5A9F3E0E7E04}" destId="{B8C14556-85B4-4974-A435-FCC70E66FB9B}" srcOrd="0" destOrd="0" presId="urn:microsoft.com/office/officeart/2005/8/layout/hierarchy1"/>
    <dgm:cxn modelId="{BE63A767-009B-40E0-8126-E338E71DC73C}" type="presOf" srcId="{4F91A2CC-16F5-4464-9F3A-0A348F1B4264}" destId="{0EA10CB8-1645-447F-AD1A-B6EDE8BA7C23}" srcOrd="0" destOrd="0" presId="urn:microsoft.com/office/officeart/2005/8/layout/hierarchy1"/>
    <dgm:cxn modelId="{E18E536E-89FB-42A8-92B0-9AC2B2E93AF2}" type="presOf" srcId="{121A97F0-8C11-4E7F-818A-5C519F830D31}" destId="{D6CA7D8A-0986-41FF-9BDB-6F6A3A90C499}" srcOrd="0" destOrd="0" presId="urn:microsoft.com/office/officeart/2005/8/layout/hierarchy1"/>
    <dgm:cxn modelId="{0B12F975-C63D-47DD-8958-A657C722F146}" srcId="{938A50B4-2C45-4EDB-B1FE-11ECAC73755D}" destId="{12388B36-40FF-41DF-BAE4-5A9F3E0E7E04}" srcOrd="0" destOrd="0" parTransId="{AF5B1E30-15F6-4D99-88CE-4D36BB281FBB}" sibTransId="{98C58C35-C597-46FD-94D8-A29AAF72731C}"/>
    <dgm:cxn modelId="{15950176-2E48-40D8-9282-DAC68532EA20}" srcId="{89D5A2B3-6039-4371-9C68-4FB4EFD0BF68}" destId="{616BF225-462B-4A3D-9ED5-B56D9E6A08FA}" srcOrd="1" destOrd="0" parTransId="{EDCAB6DC-F17D-41A1-9CDC-4893D78219E5}" sibTransId="{7062CE81-12E5-4C7E-81FB-6913C516D1F6}"/>
    <dgm:cxn modelId="{4C1F9388-D191-4126-AD5A-DE0E2407876C}" type="presOf" srcId="{BF216E1E-B002-4593-AA63-BE98C75F9AE1}" destId="{BC98EA8F-6F0B-4248-8AFB-748470C9BF5A}" srcOrd="0" destOrd="0" presId="urn:microsoft.com/office/officeart/2005/8/layout/hierarchy1"/>
    <dgm:cxn modelId="{9B83538D-F83D-4AAB-871F-A79531D04563}" type="presOf" srcId="{ABC4891A-F5F0-4252-90C3-BD932BE86C18}" destId="{4714E050-C739-48A7-8203-BC5E3B5A35CE}" srcOrd="0" destOrd="0" presId="urn:microsoft.com/office/officeart/2005/8/layout/hierarchy1"/>
    <dgm:cxn modelId="{95F7459A-95D9-4BAE-9C92-FD7D6A6D2746}" type="presOf" srcId="{938A50B4-2C45-4EDB-B1FE-11ECAC73755D}" destId="{AD470605-3F10-4459-9A81-7D64AB64F19D}" srcOrd="0" destOrd="0" presId="urn:microsoft.com/office/officeart/2005/8/layout/hierarchy1"/>
    <dgm:cxn modelId="{6559869A-D9BD-46EE-864F-076D44E9B16E}" type="presOf" srcId="{89D5A2B3-6039-4371-9C68-4FB4EFD0BF68}" destId="{AD597697-17CC-4353-B96E-8AA70023417C}" srcOrd="0" destOrd="0" presId="urn:microsoft.com/office/officeart/2005/8/layout/hierarchy1"/>
    <dgm:cxn modelId="{4967C8A9-D073-454B-896C-A30EC585D45F}" type="presOf" srcId="{F0918CBC-D34F-4C63-876E-BB1B4A87B6CE}" destId="{7EAFB34F-33A0-4E92-9CB8-4FDE8C97FE75}" srcOrd="0" destOrd="0" presId="urn:microsoft.com/office/officeart/2005/8/layout/hierarchy1"/>
    <dgm:cxn modelId="{545FCDBE-C462-4716-82AD-01416AB8548A}" type="presOf" srcId="{CA0B0596-FD06-41EF-90CF-B369B2A10757}" destId="{79F036B0-B2F3-466A-8BF3-46099DC57C1C}" srcOrd="0" destOrd="0" presId="urn:microsoft.com/office/officeart/2005/8/layout/hierarchy1"/>
    <dgm:cxn modelId="{73A6B9C3-0723-4D8F-AEC7-B317DF088BD1}" type="presOf" srcId="{D1EC8485-54D4-4474-A08D-2ED4C772BE5F}" destId="{551B71EB-1F99-4150-BBB0-19DF910604CB}" srcOrd="0" destOrd="0" presId="urn:microsoft.com/office/officeart/2005/8/layout/hierarchy1"/>
    <dgm:cxn modelId="{932261C9-173A-4863-A0DE-2D2B2E0FD734}" type="presOf" srcId="{8B3FCFBB-7769-4483-B16B-DC961A5DC1AE}" destId="{BEE80640-EAF5-4D82-ACEC-78C49E961E22}" srcOrd="0" destOrd="0" presId="urn:microsoft.com/office/officeart/2005/8/layout/hierarchy1"/>
    <dgm:cxn modelId="{C973BDCA-0A50-4A8A-9504-5D7AF813BEDC}" srcId="{2850AC8F-272A-48E4-A7C2-1EF76D413AD6}" destId="{89D5A2B3-6039-4371-9C68-4FB4EFD0BF68}" srcOrd="0" destOrd="0" parTransId="{1A6737D8-A218-429D-83C3-7EEF071658F3}" sibTransId="{FFFFBBDF-3D50-4162-A97A-DCFB92E77B70}"/>
    <dgm:cxn modelId="{39E2E2D7-7F04-47A8-AC33-B88CF2099500}" type="presOf" srcId="{2850AC8F-272A-48E4-A7C2-1EF76D413AD6}" destId="{3DDB12D3-2256-4D6F-B220-CFA84E489729}" srcOrd="0" destOrd="0" presId="urn:microsoft.com/office/officeart/2005/8/layout/hierarchy1"/>
    <dgm:cxn modelId="{6DA05FDC-0409-416D-A63B-30972F63C0CB}" srcId="{89D5A2B3-6039-4371-9C68-4FB4EFD0BF68}" destId="{ABC4891A-F5F0-4252-90C3-BD932BE86C18}" srcOrd="2" destOrd="0" parTransId="{CA0B0596-FD06-41EF-90CF-B369B2A10757}" sibTransId="{E1400818-A35B-4DFB-A3A4-95A755491466}"/>
    <dgm:cxn modelId="{B4ED74FB-DB52-4A0A-8085-275A1DCDF55F}" srcId="{89D5A2B3-6039-4371-9C68-4FB4EFD0BF68}" destId="{388A2011-6377-426A-B3C0-7EE02CD5E6DA}" srcOrd="0" destOrd="0" parTransId="{D1EC8485-54D4-4474-A08D-2ED4C772BE5F}" sibTransId="{DFFC18FC-76EE-49D4-B129-A122D26E9DFA}"/>
    <dgm:cxn modelId="{B6C8E64B-C875-4242-9C91-A0AD1DA680E2}" type="presParOf" srcId="{3DDB12D3-2256-4D6F-B220-CFA84E489729}" destId="{A5605C16-73F0-4C66-AAC3-5A220438BC51}" srcOrd="0" destOrd="0" presId="urn:microsoft.com/office/officeart/2005/8/layout/hierarchy1"/>
    <dgm:cxn modelId="{3D2DF2A4-BD27-409F-BE3C-6FB5934B9813}" type="presParOf" srcId="{A5605C16-73F0-4C66-AAC3-5A220438BC51}" destId="{FC6949B3-A829-4C99-AB93-7683CAAB8726}" srcOrd="0" destOrd="0" presId="urn:microsoft.com/office/officeart/2005/8/layout/hierarchy1"/>
    <dgm:cxn modelId="{726760A3-3682-4226-9FFF-4AC2F446D454}" type="presParOf" srcId="{FC6949B3-A829-4C99-AB93-7683CAAB8726}" destId="{98B06C61-CEA5-40AC-AFCC-248FCDD637A0}" srcOrd="0" destOrd="0" presId="urn:microsoft.com/office/officeart/2005/8/layout/hierarchy1"/>
    <dgm:cxn modelId="{15B3B09B-9A72-4837-9EDC-F52E1403A66A}" type="presParOf" srcId="{FC6949B3-A829-4C99-AB93-7683CAAB8726}" destId="{AD597697-17CC-4353-B96E-8AA70023417C}" srcOrd="1" destOrd="0" presId="urn:microsoft.com/office/officeart/2005/8/layout/hierarchy1"/>
    <dgm:cxn modelId="{8C781F4F-1031-4E38-8DAF-99ECFDD5FCF0}" type="presParOf" srcId="{A5605C16-73F0-4C66-AAC3-5A220438BC51}" destId="{31F56C37-DDD7-4C10-8D92-323E4BBD3258}" srcOrd="1" destOrd="0" presId="urn:microsoft.com/office/officeart/2005/8/layout/hierarchy1"/>
    <dgm:cxn modelId="{B5788773-7969-4AD7-B9C2-FD85A9BBFDCF}" type="presParOf" srcId="{31F56C37-DDD7-4C10-8D92-323E4BBD3258}" destId="{551B71EB-1F99-4150-BBB0-19DF910604CB}" srcOrd="0" destOrd="0" presId="urn:microsoft.com/office/officeart/2005/8/layout/hierarchy1"/>
    <dgm:cxn modelId="{E02877E9-AAB9-4132-A714-93699FFBC8E7}" type="presParOf" srcId="{31F56C37-DDD7-4C10-8D92-323E4BBD3258}" destId="{78196242-F819-48EF-851A-4A13FB3F32A0}" srcOrd="1" destOrd="0" presId="urn:microsoft.com/office/officeart/2005/8/layout/hierarchy1"/>
    <dgm:cxn modelId="{90946197-BC69-4AA8-9041-F595C9E6F5A6}" type="presParOf" srcId="{78196242-F819-48EF-851A-4A13FB3F32A0}" destId="{5CAD0810-D250-41CC-98B6-7FFD9D1EBD26}" srcOrd="0" destOrd="0" presId="urn:microsoft.com/office/officeart/2005/8/layout/hierarchy1"/>
    <dgm:cxn modelId="{1327D3D3-D2D4-48DD-849A-A94D2D6885B8}" type="presParOf" srcId="{5CAD0810-D250-41CC-98B6-7FFD9D1EBD26}" destId="{98719AB0-9820-4C74-8CF3-99E37626C295}" srcOrd="0" destOrd="0" presId="urn:microsoft.com/office/officeart/2005/8/layout/hierarchy1"/>
    <dgm:cxn modelId="{57DCE59D-7271-450A-A66C-B2E1453D6DC0}" type="presParOf" srcId="{5CAD0810-D250-41CC-98B6-7FFD9D1EBD26}" destId="{BE95F265-8294-41D8-AD19-A3D894F97078}" srcOrd="1" destOrd="0" presId="urn:microsoft.com/office/officeart/2005/8/layout/hierarchy1"/>
    <dgm:cxn modelId="{C12D28F4-A137-4B00-9B10-E2FB191A04AE}" type="presParOf" srcId="{78196242-F819-48EF-851A-4A13FB3F32A0}" destId="{7F8F3296-B89D-4931-90CD-10108BA73475}" srcOrd="1" destOrd="0" presId="urn:microsoft.com/office/officeart/2005/8/layout/hierarchy1"/>
    <dgm:cxn modelId="{A764A726-F772-4743-A6C0-54556FCAA5BF}" type="presParOf" srcId="{7F8F3296-B89D-4931-90CD-10108BA73475}" destId="{BEE80640-EAF5-4D82-ACEC-78C49E961E22}" srcOrd="0" destOrd="0" presId="urn:microsoft.com/office/officeart/2005/8/layout/hierarchy1"/>
    <dgm:cxn modelId="{9A9BC4AC-F626-43C0-97BA-C12382652AE9}" type="presParOf" srcId="{7F8F3296-B89D-4931-90CD-10108BA73475}" destId="{F1607532-C944-4275-AD77-979C902C6CF6}" srcOrd="1" destOrd="0" presId="urn:microsoft.com/office/officeart/2005/8/layout/hierarchy1"/>
    <dgm:cxn modelId="{CE13F553-2232-44B5-9A3B-7CA08638152A}" type="presParOf" srcId="{F1607532-C944-4275-AD77-979C902C6CF6}" destId="{CDCAA907-0B97-41AB-B094-31B876D27D1B}" srcOrd="0" destOrd="0" presId="urn:microsoft.com/office/officeart/2005/8/layout/hierarchy1"/>
    <dgm:cxn modelId="{7E6CEC02-C143-4153-B4BF-1FBD28A6BA2A}" type="presParOf" srcId="{CDCAA907-0B97-41AB-B094-31B876D27D1B}" destId="{DAEB4F19-8F89-4E0A-BF73-8ABD5BEE9711}" srcOrd="0" destOrd="0" presId="urn:microsoft.com/office/officeart/2005/8/layout/hierarchy1"/>
    <dgm:cxn modelId="{3572F3A4-25A1-43A2-B5B5-36D43B1F278C}" type="presParOf" srcId="{CDCAA907-0B97-41AB-B094-31B876D27D1B}" destId="{DE1FC62E-83E9-4A8D-AB41-15D79C9102C3}" srcOrd="1" destOrd="0" presId="urn:microsoft.com/office/officeart/2005/8/layout/hierarchy1"/>
    <dgm:cxn modelId="{B143297C-3EAB-45C6-B032-5BE7B113A439}" type="presParOf" srcId="{F1607532-C944-4275-AD77-979C902C6CF6}" destId="{3F2E5CE4-8A62-4BB6-AF58-788CCFEE7FA7}" srcOrd="1" destOrd="0" presId="urn:microsoft.com/office/officeart/2005/8/layout/hierarchy1"/>
    <dgm:cxn modelId="{5D71E93C-7772-4E4D-946A-E8EB326B458B}" type="presParOf" srcId="{31F56C37-DDD7-4C10-8D92-323E4BBD3258}" destId="{D415BAB1-3BFC-4D34-A999-68F95609D558}" srcOrd="2" destOrd="0" presId="urn:microsoft.com/office/officeart/2005/8/layout/hierarchy1"/>
    <dgm:cxn modelId="{BECA8CB9-92BB-439A-814B-01E1C3B77846}" type="presParOf" srcId="{31F56C37-DDD7-4C10-8D92-323E4BBD3258}" destId="{9534E71E-935C-4695-83F6-1099770682C7}" srcOrd="3" destOrd="0" presId="urn:microsoft.com/office/officeart/2005/8/layout/hierarchy1"/>
    <dgm:cxn modelId="{47C46D34-9EF0-4901-B691-B7118E6ECD93}" type="presParOf" srcId="{9534E71E-935C-4695-83F6-1099770682C7}" destId="{055CB666-27C3-4031-870E-04C21BD2FBF1}" srcOrd="0" destOrd="0" presId="urn:microsoft.com/office/officeart/2005/8/layout/hierarchy1"/>
    <dgm:cxn modelId="{ED2F6622-9889-4BFA-B6D8-A2072B315CBD}" type="presParOf" srcId="{055CB666-27C3-4031-870E-04C21BD2FBF1}" destId="{0349D5CC-7D09-4084-B775-DF23B8946329}" srcOrd="0" destOrd="0" presId="urn:microsoft.com/office/officeart/2005/8/layout/hierarchy1"/>
    <dgm:cxn modelId="{2A3AD51B-FB0D-4C8D-8585-606A6C99673A}" type="presParOf" srcId="{055CB666-27C3-4031-870E-04C21BD2FBF1}" destId="{58466698-5A9F-4EA3-8D44-DACDF7AAE255}" srcOrd="1" destOrd="0" presId="urn:microsoft.com/office/officeart/2005/8/layout/hierarchy1"/>
    <dgm:cxn modelId="{BD8B0C23-5001-4EB4-A46A-2926AA8464B5}" type="presParOf" srcId="{9534E71E-935C-4695-83F6-1099770682C7}" destId="{32277211-579C-4B1D-83C0-28F2BCAC3E78}" srcOrd="1" destOrd="0" presId="urn:microsoft.com/office/officeart/2005/8/layout/hierarchy1"/>
    <dgm:cxn modelId="{A41EDBD3-F3AF-420A-B1C1-5946DB398E43}" type="presParOf" srcId="{32277211-579C-4B1D-83C0-28F2BCAC3E78}" destId="{D6CA7D8A-0986-41FF-9BDB-6F6A3A90C499}" srcOrd="0" destOrd="0" presId="urn:microsoft.com/office/officeart/2005/8/layout/hierarchy1"/>
    <dgm:cxn modelId="{086A0E89-0EE6-445B-B677-27ADCE6F3FA8}" type="presParOf" srcId="{32277211-579C-4B1D-83C0-28F2BCAC3E78}" destId="{929C3617-8BB6-47BB-A894-C7C54740FFE5}" srcOrd="1" destOrd="0" presId="urn:microsoft.com/office/officeart/2005/8/layout/hierarchy1"/>
    <dgm:cxn modelId="{11088F8F-A4A0-486C-9501-B531B3E7D8BF}" type="presParOf" srcId="{929C3617-8BB6-47BB-A894-C7C54740FFE5}" destId="{37D2C4A6-05F6-459B-AAD8-B0882E04EF82}" srcOrd="0" destOrd="0" presId="urn:microsoft.com/office/officeart/2005/8/layout/hierarchy1"/>
    <dgm:cxn modelId="{F4859DE8-13E4-4D2B-82C4-AB10A337883F}" type="presParOf" srcId="{37D2C4A6-05F6-459B-AAD8-B0882E04EF82}" destId="{1A23C520-1AB2-4D6C-B8E8-FD1CBEE08A76}" srcOrd="0" destOrd="0" presId="urn:microsoft.com/office/officeart/2005/8/layout/hierarchy1"/>
    <dgm:cxn modelId="{F801B3DE-DA0C-482C-A978-D0E9C56DB3E9}" type="presParOf" srcId="{37D2C4A6-05F6-459B-AAD8-B0882E04EF82}" destId="{7EAFB34F-33A0-4E92-9CB8-4FDE8C97FE75}" srcOrd="1" destOrd="0" presId="urn:microsoft.com/office/officeart/2005/8/layout/hierarchy1"/>
    <dgm:cxn modelId="{05D288B1-079B-4059-A78D-696F537CC5BF}" type="presParOf" srcId="{929C3617-8BB6-47BB-A894-C7C54740FFE5}" destId="{AC88E58C-E3BE-484D-9BFE-3CE5E2B98C79}" srcOrd="1" destOrd="0" presId="urn:microsoft.com/office/officeart/2005/8/layout/hierarchy1"/>
    <dgm:cxn modelId="{960CCD13-2C7B-42DA-858A-B88251FE0A09}" type="presParOf" srcId="{31F56C37-DDD7-4C10-8D92-323E4BBD3258}" destId="{79F036B0-B2F3-466A-8BF3-46099DC57C1C}" srcOrd="4" destOrd="0" presId="urn:microsoft.com/office/officeart/2005/8/layout/hierarchy1"/>
    <dgm:cxn modelId="{B9E3E27F-9FAE-4966-8BF3-E0C882F1EC75}" type="presParOf" srcId="{31F56C37-DDD7-4C10-8D92-323E4BBD3258}" destId="{2C362D22-6934-48AD-A08B-E34F82038977}" srcOrd="5" destOrd="0" presId="urn:microsoft.com/office/officeart/2005/8/layout/hierarchy1"/>
    <dgm:cxn modelId="{B57C0DC3-5CEC-4CE6-8DB4-6C1FD6EB1A18}" type="presParOf" srcId="{2C362D22-6934-48AD-A08B-E34F82038977}" destId="{9159811B-874D-4C52-B5CA-D196A8298D37}" srcOrd="0" destOrd="0" presId="urn:microsoft.com/office/officeart/2005/8/layout/hierarchy1"/>
    <dgm:cxn modelId="{035358DD-1A47-4011-B6A7-114D92CA974E}" type="presParOf" srcId="{9159811B-874D-4C52-B5CA-D196A8298D37}" destId="{9853B62B-91AC-4B18-AA58-6052081C7A5F}" srcOrd="0" destOrd="0" presId="urn:microsoft.com/office/officeart/2005/8/layout/hierarchy1"/>
    <dgm:cxn modelId="{A8811CAF-BB83-4C8D-B29C-E799CC3F100D}" type="presParOf" srcId="{9159811B-874D-4C52-B5CA-D196A8298D37}" destId="{4714E050-C739-48A7-8203-BC5E3B5A35CE}" srcOrd="1" destOrd="0" presId="urn:microsoft.com/office/officeart/2005/8/layout/hierarchy1"/>
    <dgm:cxn modelId="{B56B8CFD-67DE-4F1F-B4FD-08D552C51C04}" type="presParOf" srcId="{2C362D22-6934-48AD-A08B-E34F82038977}" destId="{FA9FBB29-9DE2-447A-BF8C-4372303C1176}" srcOrd="1" destOrd="0" presId="urn:microsoft.com/office/officeart/2005/8/layout/hierarchy1"/>
    <dgm:cxn modelId="{BDA53D3D-D4C0-4EF2-B46A-194D1351E4A1}" type="presParOf" srcId="{FA9FBB29-9DE2-447A-BF8C-4372303C1176}" destId="{1B307A84-D822-47AA-969E-0D61888B4D92}" srcOrd="0" destOrd="0" presId="urn:microsoft.com/office/officeart/2005/8/layout/hierarchy1"/>
    <dgm:cxn modelId="{A981178E-DA24-4267-8D53-FFCF0D5F35F7}" type="presParOf" srcId="{FA9FBB29-9DE2-447A-BF8C-4372303C1176}" destId="{F624113D-628C-49B3-AD13-BFC3BDF749E4}" srcOrd="1" destOrd="0" presId="urn:microsoft.com/office/officeart/2005/8/layout/hierarchy1"/>
    <dgm:cxn modelId="{16F5DDB0-4C0B-4DFB-9397-B5D7981414FC}" type="presParOf" srcId="{F624113D-628C-49B3-AD13-BFC3BDF749E4}" destId="{BC70ABE5-D68B-4ABC-A52B-B75BBF3CD65C}" srcOrd="0" destOrd="0" presId="urn:microsoft.com/office/officeart/2005/8/layout/hierarchy1"/>
    <dgm:cxn modelId="{25D0C0A2-8B68-4D4C-9ED4-07DB5D13C3EA}" type="presParOf" srcId="{BC70ABE5-D68B-4ABC-A52B-B75BBF3CD65C}" destId="{9884CB09-DAA6-4BC6-84A5-A683200BCAFE}" srcOrd="0" destOrd="0" presId="urn:microsoft.com/office/officeart/2005/8/layout/hierarchy1"/>
    <dgm:cxn modelId="{3EE5FDE8-5B0C-4D1C-9727-51F677D95D4C}" type="presParOf" srcId="{BC70ABE5-D68B-4ABC-A52B-B75BBF3CD65C}" destId="{0EA10CB8-1645-447F-AD1A-B6EDE8BA7C23}" srcOrd="1" destOrd="0" presId="urn:microsoft.com/office/officeart/2005/8/layout/hierarchy1"/>
    <dgm:cxn modelId="{517D9000-E273-467B-BA0F-D7DB78A20986}" type="presParOf" srcId="{F624113D-628C-49B3-AD13-BFC3BDF749E4}" destId="{D6975647-B68D-4323-B7A0-841ECCC042C2}" srcOrd="1" destOrd="0" presId="urn:microsoft.com/office/officeart/2005/8/layout/hierarchy1"/>
    <dgm:cxn modelId="{0F39AAF1-FE2B-4EDF-B67D-B6E8094A4064}" type="presParOf" srcId="{31F56C37-DDD7-4C10-8D92-323E4BBD3258}" destId="{BC98EA8F-6F0B-4248-8AFB-748470C9BF5A}" srcOrd="6" destOrd="0" presId="urn:microsoft.com/office/officeart/2005/8/layout/hierarchy1"/>
    <dgm:cxn modelId="{7E259461-EE6F-42A3-839F-216B1B5F971E}" type="presParOf" srcId="{31F56C37-DDD7-4C10-8D92-323E4BBD3258}" destId="{86C9B72F-D860-4A00-8073-68A09512197B}" srcOrd="7" destOrd="0" presId="urn:microsoft.com/office/officeart/2005/8/layout/hierarchy1"/>
    <dgm:cxn modelId="{A111F4FB-FF52-4D06-BB95-3EFF0E56463E}" type="presParOf" srcId="{86C9B72F-D860-4A00-8073-68A09512197B}" destId="{37FF6AFC-DE94-46F6-8FD3-B4802006D4DB}" srcOrd="0" destOrd="0" presId="urn:microsoft.com/office/officeart/2005/8/layout/hierarchy1"/>
    <dgm:cxn modelId="{51FEDC3E-5AC1-4728-B94C-4324FC96D4A3}" type="presParOf" srcId="{37FF6AFC-DE94-46F6-8FD3-B4802006D4DB}" destId="{A6BE40A0-037E-4C37-8D94-54B010B8D02F}" srcOrd="0" destOrd="0" presId="urn:microsoft.com/office/officeart/2005/8/layout/hierarchy1"/>
    <dgm:cxn modelId="{7CA2EB47-1640-44AE-90ED-2AE6ACD26D40}" type="presParOf" srcId="{37FF6AFC-DE94-46F6-8FD3-B4802006D4DB}" destId="{AD470605-3F10-4459-9A81-7D64AB64F19D}" srcOrd="1" destOrd="0" presId="urn:microsoft.com/office/officeart/2005/8/layout/hierarchy1"/>
    <dgm:cxn modelId="{EA463391-0803-45E1-B321-09C7A7A10339}" type="presParOf" srcId="{86C9B72F-D860-4A00-8073-68A09512197B}" destId="{D03B3D01-4501-4753-93B2-4BD1E5AFC9E5}" srcOrd="1" destOrd="0" presId="urn:microsoft.com/office/officeart/2005/8/layout/hierarchy1"/>
    <dgm:cxn modelId="{2D8A457D-13A9-46C7-9E2E-F232BA037480}" type="presParOf" srcId="{D03B3D01-4501-4753-93B2-4BD1E5AFC9E5}" destId="{9E9C6FA9-FF5C-4239-97AC-D46862516776}" srcOrd="0" destOrd="0" presId="urn:microsoft.com/office/officeart/2005/8/layout/hierarchy1"/>
    <dgm:cxn modelId="{39696BE1-3FED-478A-99DB-2D35BBEDB06F}" type="presParOf" srcId="{D03B3D01-4501-4753-93B2-4BD1E5AFC9E5}" destId="{FA01A0A5-62C1-4CA6-B1F8-D43B1EE9DF31}" srcOrd="1" destOrd="0" presId="urn:microsoft.com/office/officeart/2005/8/layout/hierarchy1"/>
    <dgm:cxn modelId="{0A8DA412-52AD-4379-BF01-36602B970F20}" type="presParOf" srcId="{FA01A0A5-62C1-4CA6-B1F8-D43B1EE9DF31}" destId="{F43D98D8-7AB4-4B52-8556-6155A31384D0}" srcOrd="0" destOrd="0" presId="urn:microsoft.com/office/officeart/2005/8/layout/hierarchy1"/>
    <dgm:cxn modelId="{1AF8D4EA-381D-47FD-B05C-29F6A6CBE9D2}" type="presParOf" srcId="{F43D98D8-7AB4-4B52-8556-6155A31384D0}" destId="{2A5DA041-63F4-46C3-93A2-6A064E661746}" srcOrd="0" destOrd="0" presId="urn:microsoft.com/office/officeart/2005/8/layout/hierarchy1"/>
    <dgm:cxn modelId="{71FA003E-F016-4664-AA3B-B0DF2AD8D8D5}" type="presParOf" srcId="{F43D98D8-7AB4-4B52-8556-6155A31384D0}" destId="{B8C14556-85B4-4974-A435-FCC70E66FB9B}" srcOrd="1" destOrd="0" presId="urn:microsoft.com/office/officeart/2005/8/layout/hierarchy1"/>
    <dgm:cxn modelId="{DB53555C-66AD-4B92-BDD8-91D4A3A61245}" type="presParOf" srcId="{FA01A0A5-62C1-4CA6-B1F8-D43B1EE9DF31}" destId="{7EB5DFD4-C563-4961-8855-E1F1F1DE479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EF34E8C-329A-477E-95F4-0B41F29C4C24}"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AC95E23C-75C8-4787-818F-A6A96F87B290}">
      <dgm:prSet/>
      <dgm:spPr/>
      <dgm:t>
        <a:bodyPr/>
        <a:lstStyle/>
        <a:p>
          <a:r>
            <a:rPr lang="en-US" dirty="0"/>
            <a:t>Hardware Components</a:t>
          </a:r>
          <a:endParaRPr lang="en-PK" dirty="0"/>
        </a:p>
      </dgm:t>
    </dgm:pt>
    <dgm:pt modelId="{10FB3C35-A462-4CF1-90E1-D69E33994447}" type="parTrans" cxnId="{077D3395-6BEF-4CCA-8BB8-D3F0A9B7F677}">
      <dgm:prSet/>
      <dgm:spPr/>
      <dgm:t>
        <a:bodyPr/>
        <a:lstStyle/>
        <a:p>
          <a:endParaRPr lang="en-PK"/>
        </a:p>
      </dgm:t>
    </dgm:pt>
    <dgm:pt modelId="{63CB9B11-04E9-402D-AA7C-64128758D3C7}" type="sibTrans" cxnId="{077D3395-6BEF-4CCA-8BB8-D3F0A9B7F677}">
      <dgm:prSet/>
      <dgm:spPr/>
      <dgm:t>
        <a:bodyPr/>
        <a:lstStyle/>
        <a:p>
          <a:endParaRPr lang="en-PK"/>
        </a:p>
      </dgm:t>
    </dgm:pt>
    <dgm:pt modelId="{A9116494-2986-4E07-9969-054648327A9D}">
      <dgm:prSet/>
      <dgm:spPr/>
      <dgm:t>
        <a:bodyPr/>
        <a:lstStyle/>
        <a:p>
          <a:r>
            <a:rPr lang="en-US" b="0" dirty="0">
              <a:latin typeface="Arial" panose="020B0604020202020204" pitchFamily="34" charset="0"/>
              <a:ea typeface="Times New Roman" panose="02020603050405020304" pitchFamily="18" charset="0"/>
              <a:cs typeface="Arial" panose="020B0604020202020204" pitchFamily="34" charset="0"/>
            </a:rPr>
            <a:t>FYP Overview</a:t>
          </a:r>
          <a:endParaRPr lang="en-US" b="0" dirty="0"/>
        </a:p>
      </dgm:t>
    </dgm:pt>
    <dgm:pt modelId="{1BB20851-1DF9-4A7D-8D87-832EEBAD1F4B}" type="parTrans" cxnId="{C980653C-B5B3-49F2-B544-23F883689FF0}">
      <dgm:prSet/>
      <dgm:spPr/>
      <dgm:t>
        <a:bodyPr/>
        <a:lstStyle/>
        <a:p>
          <a:endParaRPr lang="en-GB"/>
        </a:p>
      </dgm:t>
    </dgm:pt>
    <dgm:pt modelId="{57787AAD-3B0F-4409-9614-C8B86B45483E}" type="sibTrans" cxnId="{C980653C-B5B3-49F2-B544-23F883689FF0}">
      <dgm:prSet/>
      <dgm:spPr/>
      <dgm:t>
        <a:bodyPr/>
        <a:lstStyle/>
        <a:p>
          <a:endParaRPr lang="en-GB"/>
        </a:p>
      </dgm:t>
    </dgm:pt>
    <dgm:pt modelId="{8A4C5031-4DCA-4AA9-8204-BBFFD387F4AD}">
      <dgm:prSet/>
      <dgm:spPr/>
      <dgm:t>
        <a:bodyPr/>
        <a:lstStyle/>
        <a:p>
          <a:r>
            <a:rPr lang="en-US" b="0" dirty="0"/>
            <a:t>Objectives</a:t>
          </a:r>
        </a:p>
      </dgm:t>
    </dgm:pt>
    <dgm:pt modelId="{783DA6A1-1C85-4AEA-A980-6E31A4FC7CA1}" type="parTrans" cxnId="{8A752262-E511-4376-AB9C-D924DB26D457}">
      <dgm:prSet/>
      <dgm:spPr/>
      <dgm:t>
        <a:bodyPr/>
        <a:lstStyle/>
        <a:p>
          <a:endParaRPr lang="en-GB"/>
        </a:p>
      </dgm:t>
    </dgm:pt>
    <dgm:pt modelId="{8EE69059-24E2-4BF1-B285-EB04AE6B6773}" type="sibTrans" cxnId="{8A752262-E511-4376-AB9C-D924DB26D457}">
      <dgm:prSet/>
      <dgm:spPr/>
      <dgm:t>
        <a:bodyPr/>
        <a:lstStyle/>
        <a:p>
          <a:endParaRPr lang="en-GB"/>
        </a:p>
      </dgm:t>
    </dgm:pt>
    <dgm:pt modelId="{42A17FC2-644F-4ACD-999D-8E2DB8EEAE69}">
      <dgm:prSet/>
      <dgm:spPr/>
      <dgm:t>
        <a:bodyPr/>
        <a:lstStyle/>
        <a:p>
          <a:r>
            <a:rPr lang="en-US" dirty="0"/>
            <a:t>Mapping of Sustainable Development Goals (SDGs) with FYP</a:t>
          </a:r>
          <a:endParaRPr lang="en-PK" dirty="0"/>
        </a:p>
      </dgm:t>
    </dgm:pt>
    <dgm:pt modelId="{3A2E8DF5-4618-437D-AA8B-8B5B3F0FDFB5}" type="parTrans" cxnId="{7F10B037-FFA4-4200-97BA-BD1EDB3C8919}">
      <dgm:prSet/>
      <dgm:spPr/>
      <dgm:t>
        <a:bodyPr/>
        <a:lstStyle/>
        <a:p>
          <a:endParaRPr lang="en-GB"/>
        </a:p>
      </dgm:t>
    </dgm:pt>
    <dgm:pt modelId="{83F4EC72-22E6-4532-8355-666417F7B8BC}" type="sibTrans" cxnId="{7F10B037-FFA4-4200-97BA-BD1EDB3C8919}">
      <dgm:prSet/>
      <dgm:spPr/>
      <dgm:t>
        <a:bodyPr/>
        <a:lstStyle/>
        <a:p>
          <a:endParaRPr lang="en-GB"/>
        </a:p>
      </dgm:t>
    </dgm:pt>
    <dgm:pt modelId="{190D8FA2-3D89-4CB5-8B57-A6B24A575537}">
      <dgm:prSet/>
      <dgm:spPr/>
      <dgm:t>
        <a:bodyPr/>
        <a:lstStyle/>
        <a:p>
          <a:r>
            <a:rPr lang="en-GB" dirty="0"/>
            <a:t>Thank You</a:t>
          </a:r>
        </a:p>
      </dgm:t>
    </dgm:pt>
    <dgm:pt modelId="{C9305DA1-AB62-412C-9C4F-88F83486CCC0}" type="sibTrans" cxnId="{AFD10A86-3FAA-47F5-AA1B-A49D1CBF642C}">
      <dgm:prSet/>
      <dgm:spPr/>
      <dgm:t>
        <a:bodyPr/>
        <a:lstStyle/>
        <a:p>
          <a:endParaRPr lang="en-US"/>
        </a:p>
      </dgm:t>
    </dgm:pt>
    <dgm:pt modelId="{704C3811-4137-47C2-BE3C-1FA31E53A669}" type="parTrans" cxnId="{AFD10A86-3FAA-47F5-AA1B-A49D1CBF642C}">
      <dgm:prSet/>
      <dgm:spPr/>
      <dgm:t>
        <a:bodyPr/>
        <a:lstStyle/>
        <a:p>
          <a:endParaRPr lang="en-US"/>
        </a:p>
      </dgm:t>
    </dgm:pt>
    <dgm:pt modelId="{9F9C0F1C-2EA7-4CDF-9177-C88DDF0B923B}">
      <dgm:prSet/>
      <dgm:spPr/>
      <dgm:t>
        <a:bodyPr/>
        <a:lstStyle/>
        <a:p>
          <a:r>
            <a:rPr lang="en-US" b="0" dirty="0"/>
            <a:t>Block Diagram</a:t>
          </a:r>
        </a:p>
      </dgm:t>
    </dgm:pt>
    <dgm:pt modelId="{26736AB6-9416-4427-A501-79331165853D}" type="parTrans" cxnId="{C319C90F-E16B-46D5-A730-26AF7D703137}">
      <dgm:prSet/>
      <dgm:spPr/>
      <dgm:t>
        <a:bodyPr/>
        <a:lstStyle/>
        <a:p>
          <a:endParaRPr lang="en-US"/>
        </a:p>
      </dgm:t>
    </dgm:pt>
    <dgm:pt modelId="{E9440D71-15DC-4580-9ED4-FF7ED15B128F}" type="sibTrans" cxnId="{C319C90F-E16B-46D5-A730-26AF7D703137}">
      <dgm:prSet/>
      <dgm:spPr/>
      <dgm:t>
        <a:bodyPr/>
        <a:lstStyle/>
        <a:p>
          <a:endParaRPr lang="en-US"/>
        </a:p>
      </dgm:t>
    </dgm:pt>
    <dgm:pt modelId="{4E52DECB-D552-4D3D-8DD3-112B122DD4A4}" type="pres">
      <dgm:prSet presAssocID="{CEF34E8C-329A-477E-95F4-0B41F29C4C24}" presName="Name0" presStyleCnt="0">
        <dgm:presLayoutVars>
          <dgm:chMax val="7"/>
          <dgm:chPref val="7"/>
          <dgm:dir/>
        </dgm:presLayoutVars>
      </dgm:prSet>
      <dgm:spPr/>
    </dgm:pt>
    <dgm:pt modelId="{FDF7A62D-2865-4A15-A54B-F52016F71388}" type="pres">
      <dgm:prSet presAssocID="{CEF34E8C-329A-477E-95F4-0B41F29C4C24}" presName="Name1" presStyleCnt="0"/>
      <dgm:spPr/>
    </dgm:pt>
    <dgm:pt modelId="{C53D1DF8-E3B1-4068-BF9F-A5177A4B99F8}" type="pres">
      <dgm:prSet presAssocID="{CEF34E8C-329A-477E-95F4-0B41F29C4C24}" presName="cycle" presStyleCnt="0"/>
      <dgm:spPr/>
    </dgm:pt>
    <dgm:pt modelId="{159CA776-EE6E-44C4-9DB7-7FF55C02AFD4}" type="pres">
      <dgm:prSet presAssocID="{CEF34E8C-329A-477E-95F4-0B41F29C4C24}" presName="srcNode" presStyleLbl="node1" presStyleIdx="0" presStyleCnt="6"/>
      <dgm:spPr/>
    </dgm:pt>
    <dgm:pt modelId="{9D182694-A203-4080-BB3B-9246205E3868}" type="pres">
      <dgm:prSet presAssocID="{CEF34E8C-329A-477E-95F4-0B41F29C4C24}" presName="conn" presStyleLbl="parChTrans1D2" presStyleIdx="0" presStyleCnt="1"/>
      <dgm:spPr/>
    </dgm:pt>
    <dgm:pt modelId="{5900BBDC-E0CA-44D8-A6D4-B965699EA16A}" type="pres">
      <dgm:prSet presAssocID="{CEF34E8C-329A-477E-95F4-0B41F29C4C24}" presName="extraNode" presStyleLbl="node1" presStyleIdx="0" presStyleCnt="6"/>
      <dgm:spPr/>
    </dgm:pt>
    <dgm:pt modelId="{507BAD44-80EE-41FB-8B96-C915D0B87611}" type="pres">
      <dgm:prSet presAssocID="{CEF34E8C-329A-477E-95F4-0B41F29C4C24}" presName="dstNode" presStyleLbl="node1" presStyleIdx="0" presStyleCnt="6"/>
      <dgm:spPr/>
    </dgm:pt>
    <dgm:pt modelId="{67207E06-61A4-43C7-81C6-4AF44157BF48}" type="pres">
      <dgm:prSet presAssocID="{A9116494-2986-4E07-9969-054648327A9D}" presName="text_1" presStyleLbl="node1" presStyleIdx="0" presStyleCnt="6">
        <dgm:presLayoutVars>
          <dgm:bulletEnabled val="1"/>
        </dgm:presLayoutVars>
      </dgm:prSet>
      <dgm:spPr/>
    </dgm:pt>
    <dgm:pt modelId="{45A9A38A-09DB-4A82-ABFC-F21190F18DEC}" type="pres">
      <dgm:prSet presAssocID="{A9116494-2986-4E07-9969-054648327A9D}" presName="accent_1" presStyleCnt="0"/>
      <dgm:spPr/>
    </dgm:pt>
    <dgm:pt modelId="{5D948013-59B2-4248-9765-780F0DFEDD12}" type="pres">
      <dgm:prSet presAssocID="{A9116494-2986-4E07-9969-054648327A9D}" presName="accentRepeatNode" presStyleLbl="solidFgAcc1" presStyleIdx="0" presStyleCnt="6"/>
      <dgm:spPr/>
    </dgm:pt>
    <dgm:pt modelId="{067B26A1-BC99-4C35-827F-CB554F3FF0D9}" type="pres">
      <dgm:prSet presAssocID="{8A4C5031-4DCA-4AA9-8204-BBFFD387F4AD}" presName="text_2" presStyleLbl="node1" presStyleIdx="1" presStyleCnt="6">
        <dgm:presLayoutVars>
          <dgm:bulletEnabled val="1"/>
        </dgm:presLayoutVars>
      </dgm:prSet>
      <dgm:spPr/>
    </dgm:pt>
    <dgm:pt modelId="{362BB093-75B3-44EA-885F-205794EE2FFB}" type="pres">
      <dgm:prSet presAssocID="{8A4C5031-4DCA-4AA9-8204-BBFFD387F4AD}" presName="accent_2" presStyleCnt="0"/>
      <dgm:spPr/>
    </dgm:pt>
    <dgm:pt modelId="{FC24E051-7CA6-458A-A70C-16165BA41C23}" type="pres">
      <dgm:prSet presAssocID="{8A4C5031-4DCA-4AA9-8204-BBFFD387F4AD}" presName="accentRepeatNode" presStyleLbl="solidFgAcc1" presStyleIdx="1" presStyleCnt="6"/>
      <dgm:spPr/>
    </dgm:pt>
    <dgm:pt modelId="{B2D3C8C4-6B76-4F1B-9AAE-F4470B516DC8}" type="pres">
      <dgm:prSet presAssocID="{9F9C0F1C-2EA7-4CDF-9177-C88DDF0B923B}" presName="text_3" presStyleLbl="node1" presStyleIdx="2" presStyleCnt="6">
        <dgm:presLayoutVars>
          <dgm:bulletEnabled val="1"/>
        </dgm:presLayoutVars>
      </dgm:prSet>
      <dgm:spPr/>
    </dgm:pt>
    <dgm:pt modelId="{141CFA04-3CDD-42CE-98BF-730BE52B30AC}" type="pres">
      <dgm:prSet presAssocID="{9F9C0F1C-2EA7-4CDF-9177-C88DDF0B923B}" presName="accent_3" presStyleCnt="0"/>
      <dgm:spPr/>
    </dgm:pt>
    <dgm:pt modelId="{E03AF2A3-7299-4C4F-ADAB-A926978F710F}" type="pres">
      <dgm:prSet presAssocID="{9F9C0F1C-2EA7-4CDF-9177-C88DDF0B923B}" presName="accentRepeatNode" presStyleLbl="solidFgAcc1" presStyleIdx="2" presStyleCnt="6"/>
      <dgm:spPr/>
    </dgm:pt>
    <dgm:pt modelId="{35E01B68-34A0-4785-B77A-8DAB8D50A7D3}" type="pres">
      <dgm:prSet presAssocID="{AC95E23C-75C8-4787-818F-A6A96F87B290}" presName="text_4" presStyleLbl="node1" presStyleIdx="3" presStyleCnt="6">
        <dgm:presLayoutVars>
          <dgm:bulletEnabled val="1"/>
        </dgm:presLayoutVars>
      </dgm:prSet>
      <dgm:spPr/>
    </dgm:pt>
    <dgm:pt modelId="{048418FB-8E4B-4FD6-A132-9D495364BE5E}" type="pres">
      <dgm:prSet presAssocID="{AC95E23C-75C8-4787-818F-A6A96F87B290}" presName="accent_4" presStyleCnt="0"/>
      <dgm:spPr/>
    </dgm:pt>
    <dgm:pt modelId="{382860E9-6BAB-46E2-84A4-C7C2DCCB32B1}" type="pres">
      <dgm:prSet presAssocID="{AC95E23C-75C8-4787-818F-A6A96F87B290}" presName="accentRepeatNode" presStyleLbl="solidFgAcc1" presStyleIdx="3" presStyleCnt="6"/>
      <dgm:spPr/>
    </dgm:pt>
    <dgm:pt modelId="{A5FD39A9-1200-47EA-9CA0-1398211A6AD7}" type="pres">
      <dgm:prSet presAssocID="{42A17FC2-644F-4ACD-999D-8E2DB8EEAE69}" presName="text_5" presStyleLbl="node1" presStyleIdx="4" presStyleCnt="6">
        <dgm:presLayoutVars>
          <dgm:bulletEnabled val="1"/>
        </dgm:presLayoutVars>
      </dgm:prSet>
      <dgm:spPr/>
    </dgm:pt>
    <dgm:pt modelId="{96CEDF3B-857B-418B-83DC-33050BCD556E}" type="pres">
      <dgm:prSet presAssocID="{42A17FC2-644F-4ACD-999D-8E2DB8EEAE69}" presName="accent_5" presStyleCnt="0"/>
      <dgm:spPr/>
    </dgm:pt>
    <dgm:pt modelId="{16C60D62-BCE9-47E7-9651-151422B688B3}" type="pres">
      <dgm:prSet presAssocID="{42A17FC2-644F-4ACD-999D-8E2DB8EEAE69}" presName="accentRepeatNode" presStyleLbl="solidFgAcc1" presStyleIdx="4" presStyleCnt="6"/>
      <dgm:spPr/>
    </dgm:pt>
    <dgm:pt modelId="{28D49429-D60E-4C96-A225-236C40AC5B5C}" type="pres">
      <dgm:prSet presAssocID="{190D8FA2-3D89-4CB5-8B57-A6B24A575537}" presName="text_6" presStyleLbl="node1" presStyleIdx="5" presStyleCnt="6">
        <dgm:presLayoutVars>
          <dgm:bulletEnabled val="1"/>
        </dgm:presLayoutVars>
      </dgm:prSet>
      <dgm:spPr/>
    </dgm:pt>
    <dgm:pt modelId="{075D291D-0A6F-47C6-A669-225F52711308}" type="pres">
      <dgm:prSet presAssocID="{190D8FA2-3D89-4CB5-8B57-A6B24A575537}" presName="accent_6" presStyleCnt="0"/>
      <dgm:spPr/>
    </dgm:pt>
    <dgm:pt modelId="{959F40EB-C08F-45AA-9A1A-FE20956EC056}" type="pres">
      <dgm:prSet presAssocID="{190D8FA2-3D89-4CB5-8B57-A6B24A575537}" presName="accentRepeatNode" presStyleLbl="solidFgAcc1" presStyleIdx="5" presStyleCnt="6"/>
      <dgm:spPr/>
    </dgm:pt>
  </dgm:ptLst>
  <dgm:cxnLst>
    <dgm:cxn modelId="{AA415708-4005-4B61-BBF5-F4931E414493}" type="presOf" srcId="{57787AAD-3B0F-4409-9614-C8B86B45483E}" destId="{9D182694-A203-4080-BB3B-9246205E3868}" srcOrd="0" destOrd="0" presId="urn:microsoft.com/office/officeart/2008/layout/VerticalCurvedList"/>
    <dgm:cxn modelId="{C319C90F-E16B-46D5-A730-26AF7D703137}" srcId="{CEF34E8C-329A-477E-95F4-0B41F29C4C24}" destId="{9F9C0F1C-2EA7-4CDF-9177-C88DDF0B923B}" srcOrd="2" destOrd="0" parTransId="{26736AB6-9416-4427-A501-79331165853D}" sibTransId="{E9440D71-15DC-4580-9ED4-FF7ED15B128F}"/>
    <dgm:cxn modelId="{7F10B037-FFA4-4200-97BA-BD1EDB3C8919}" srcId="{CEF34E8C-329A-477E-95F4-0B41F29C4C24}" destId="{42A17FC2-644F-4ACD-999D-8E2DB8EEAE69}" srcOrd="4" destOrd="0" parTransId="{3A2E8DF5-4618-437D-AA8B-8B5B3F0FDFB5}" sibTransId="{83F4EC72-22E6-4532-8355-666417F7B8BC}"/>
    <dgm:cxn modelId="{C980653C-B5B3-49F2-B544-23F883689FF0}" srcId="{CEF34E8C-329A-477E-95F4-0B41F29C4C24}" destId="{A9116494-2986-4E07-9969-054648327A9D}" srcOrd="0" destOrd="0" parTransId="{1BB20851-1DF9-4A7D-8D87-832EEBAD1F4B}" sibTransId="{57787AAD-3B0F-4409-9614-C8B86B45483E}"/>
    <dgm:cxn modelId="{8A752262-E511-4376-AB9C-D924DB26D457}" srcId="{CEF34E8C-329A-477E-95F4-0B41F29C4C24}" destId="{8A4C5031-4DCA-4AA9-8204-BBFFD387F4AD}" srcOrd="1" destOrd="0" parTransId="{783DA6A1-1C85-4AEA-A980-6E31A4FC7CA1}" sibTransId="{8EE69059-24E2-4BF1-B285-EB04AE6B6773}"/>
    <dgm:cxn modelId="{4D2B6346-5FD9-4DED-89C5-FB5564FD6991}" type="presOf" srcId="{CEF34E8C-329A-477E-95F4-0B41F29C4C24}" destId="{4E52DECB-D552-4D3D-8DD3-112B122DD4A4}" srcOrd="0" destOrd="0" presId="urn:microsoft.com/office/officeart/2008/layout/VerticalCurvedList"/>
    <dgm:cxn modelId="{48F61E70-CB62-4849-8FC5-40AC5C6E0150}" type="presOf" srcId="{AC95E23C-75C8-4787-818F-A6A96F87B290}" destId="{35E01B68-34A0-4785-B77A-8DAB8D50A7D3}" srcOrd="0" destOrd="0" presId="urn:microsoft.com/office/officeart/2008/layout/VerticalCurvedList"/>
    <dgm:cxn modelId="{F9F08A83-E06B-48E6-B377-9F046C048836}" type="presOf" srcId="{42A17FC2-644F-4ACD-999D-8E2DB8EEAE69}" destId="{A5FD39A9-1200-47EA-9CA0-1398211A6AD7}" srcOrd="0" destOrd="0" presId="urn:microsoft.com/office/officeart/2008/layout/VerticalCurvedList"/>
    <dgm:cxn modelId="{AFD10A86-3FAA-47F5-AA1B-A49D1CBF642C}" srcId="{CEF34E8C-329A-477E-95F4-0B41F29C4C24}" destId="{190D8FA2-3D89-4CB5-8B57-A6B24A575537}" srcOrd="5" destOrd="0" parTransId="{704C3811-4137-47C2-BE3C-1FA31E53A669}" sibTransId="{C9305DA1-AB62-412C-9C4F-88F83486CCC0}"/>
    <dgm:cxn modelId="{077D3395-6BEF-4CCA-8BB8-D3F0A9B7F677}" srcId="{CEF34E8C-329A-477E-95F4-0B41F29C4C24}" destId="{AC95E23C-75C8-4787-818F-A6A96F87B290}" srcOrd="3" destOrd="0" parTransId="{10FB3C35-A462-4CF1-90E1-D69E33994447}" sibTransId="{63CB9B11-04E9-402D-AA7C-64128758D3C7}"/>
    <dgm:cxn modelId="{99C050B7-252E-48E7-B48F-FBD654FD0F82}" type="presOf" srcId="{9F9C0F1C-2EA7-4CDF-9177-C88DDF0B923B}" destId="{B2D3C8C4-6B76-4F1B-9AAE-F4470B516DC8}" srcOrd="0" destOrd="0" presId="urn:microsoft.com/office/officeart/2008/layout/VerticalCurvedList"/>
    <dgm:cxn modelId="{6523B9D6-B160-4644-9E0B-D13EA355FA99}" type="presOf" srcId="{8A4C5031-4DCA-4AA9-8204-BBFFD387F4AD}" destId="{067B26A1-BC99-4C35-827F-CB554F3FF0D9}" srcOrd="0" destOrd="0" presId="urn:microsoft.com/office/officeart/2008/layout/VerticalCurvedList"/>
    <dgm:cxn modelId="{B82601E9-B702-4EF8-8D92-F15D718F3503}" type="presOf" srcId="{A9116494-2986-4E07-9969-054648327A9D}" destId="{67207E06-61A4-43C7-81C6-4AF44157BF48}" srcOrd="0" destOrd="0" presId="urn:microsoft.com/office/officeart/2008/layout/VerticalCurvedList"/>
    <dgm:cxn modelId="{6F6ADFF8-1A41-4E10-8C13-63515F16A70E}" type="presOf" srcId="{190D8FA2-3D89-4CB5-8B57-A6B24A575537}" destId="{28D49429-D60E-4C96-A225-236C40AC5B5C}" srcOrd="0" destOrd="0" presId="urn:microsoft.com/office/officeart/2008/layout/VerticalCurvedList"/>
    <dgm:cxn modelId="{FF530AC1-5DD7-470D-8FAE-8C180112E436}" type="presParOf" srcId="{4E52DECB-D552-4D3D-8DD3-112B122DD4A4}" destId="{FDF7A62D-2865-4A15-A54B-F52016F71388}" srcOrd="0" destOrd="0" presId="urn:microsoft.com/office/officeart/2008/layout/VerticalCurvedList"/>
    <dgm:cxn modelId="{7A92997C-A499-4FBD-B72A-817F549073DC}" type="presParOf" srcId="{FDF7A62D-2865-4A15-A54B-F52016F71388}" destId="{C53D1DF8-E3B1-4068-BF9F-A5177A4B99F8}" srcOrd="0" destOrd="0" presId="urn:microsoft.com/office/officeart/2008/layout/VerticalCurvedList"/>
    <dgm:cxn modelId="{3D7FBB77-AC6B-4679-9D40-DB0F7740D249}" type="presParOf" srcId="{C53D1DF8-E3B1-4068-BF9F-A5177A4B99F8}" destId="{159CA776-EE6E-44C4-9DB7-7FF55C02AFD4}" srcOrd="0" destOrd="0" presId="urn:microsoft.com/office/officeart/2008/layout/VerticalCurvedList"/>
    <dgm:cxn modelId="{F32D0441-6FA2-45EE-8F2E-502CEAA132D6}" type="presParOf" srcId="{C53D1DF8-E3B1-4068-BF9F-A5177A4B99F8}" destId="{9D182694-A203-4080-BB3B-9246205E3868}" srcOrd="1" destOrd="0" presId="urn:microsoft.com/office/officeart/2008/layout/VerticalCurvedList"/>
    <dgm:cxn modelId="{14AF6EDF-6A9B-4C3A-A9C1-8019524FE8DB}" type="presParOf" srcId="{C53D1DF8-E3B1-4068-BF9F-A5177A4B99F8}" destId="{5900BBDC-E0CA-44D8-A6D4-B965699EA16A}" srcOrd="2" destOrd="0" presId="urn:microsoft.com/office/officeart/2008/layout/VerticalCurvedList"/>
    <dgm:cxn modelId="{15C82A9A-EA8D-4816-8131-955F7F549CEA}" type="presParOf" srcId="{C53D1DF8-E3B1-4068-BF9F-A5177A4B99F8}" destId="{507BAD44-80EE-41FB-8B96-C915D0B87611}" srcOrd="3" destOrd="0" presId="urn:microsoft.com/office/officeart/2008/layout/VerticalCurvedList"/>
    <dgm:cxn modelId="{3A9AD839-8CFC-4DB0-A626-0B1B46E2521A}" type="presParOf" srcId="{FDF7A62D-2865-4A15-A54B-F52016F71388}" destId="{67207E06-61A4-43C7-81C6-4AF44157BF48}" srcOrd="1" destOrd="0" presId="urn:microsoft.com/office/officeart/2008/layout/VerticalCurvedList"/>
    <dgm:cxn modelId="{601DF776-C06A-4DC3-947B-F7E033385BDE}" type="presParOf" srcId="{FDF7A62D-2865-4A15-A54B-F52016F71388}" destId="{45A9A38A-09DB-4A82-ABFC-F21190F18DEC}" srcOrd="2" destOrd="0" presId="urn:microsoft.com/office/officeart/2008/layout/VerticalCurvedList"/>
    <dgm:cxn modelId="{70FDCB27-FF93-4678-A8B8-6E8D00CD29D6}" type="presParOf" srcId="{45A9A38A-09DB-4A82-ABFC-F21190F18DEC}" destId="{5D948013-59B2-4248-9765-780F0DFEDD12}" srcOrd="0" destOrd="0" presId="urn:microsoft.com/office/officeart/2008/layout/VerticalCurvedList"/>
    <dgm:cxn modelId="{7242B3C7-57AC-4761-85DB-D18B537743FA}" type="presParOf" srcId="{FDF7A62D-2865-4A15-A54B-F52016F71388}" destId="{067B26A1-BC99-4C35-827F-CB554F3FF0D9}" srcOrd="3" destOrd="0" presId="urn:microsoft.com/office/officeart/2008/layout/VerticalCurvedList"/>
    <dgm:cxn modelId="{2BDB4AA6-99FB-49B0-926A-9C1A26A032A6}" type="presParOf" srcId="{FDF7A62D-2865-4A15-A54B-F52016F71388}" destId="{362BB093-75B3-44EA-885F-205794EE2FFB}" srcOrd="4" destOrd="0" presId="urn:microsoft.com/office/officeart/2008/layout/VerticalCurvedList"/>
    <dgm:cxn modelId="{BF8B5AB9-D418-42B5-80BF-A665FCB38A97}" type="presParOf" srcId="{362BB093-75B3-44EA-885F-205794EE2FFB}" destId="{FC24E051-7CA6-458A-A70C-16165BA41C23}" srcOrd="0" destOrd="0" presId="urn:microsoft.com/office/officeart/2008/layout/VerticalCurvedList"/>
    <dgm:cxn modelId="{9BE3491E-4125-4FF0-BD61-858FCA71F7FA}" type="presParOf" srcId="{FDF7A62D-2865-4A15-A54B-F52016F71388}" destId="{B2D3C8C4-6B76-4F1B-9AAE-F4470B516DC8}" srcOrd="5" destOrd="0" presId="urn:microsoft.com/office/officeart/2008/layout/VerticalCurvedList"/>
    <dgm:cxn modelId="{FC0D6A52-F7B8-47C8-A976-8F86BE866F0F}" type="presParOf" srcId="{FDF7A62D-2865-4A15-A54B-F52016F71388}" destId="{141CFA04-3CDD-42CE-98BF-730BE52B30AC}" srcOrd="6" destOrd="0" presId="urn:microsoft.com/office/officeart/2008/layout/VerticalCurvedList"/>
    <dgm:cxn modelId="{72EAA24D-F3C8-4C85-A383-E8D1213C4AAA}" type="presParOf" srcId="{141CFA04-3CDD-42CE-98BF-730BE52B30AC}" destId="{E03AF2A3-7299-4C4F-ADAB-A926978F710F}" srcOrd="0" destOrd="0" presId="urn:microsoft.com/office/officeart/2008/layout/VerticalCurvedList"/>
    <dgm:cxn modelId="{D2E4EFA5-B225-4E37-A239-86FA5CA6FF25}" type="presParOf" srcId="{FDF7A62D-2865-4A15-A54B-F52016F71388}" destId="{35E01B68-34A0-4785-B77A-8DAB8D50A7D3}" srcOrd="7" destOrd="0" presId="urn:microsoft.com/office/officeart/2008/layout/VerticalCurvedList"/>
    <dgm:cxn modelId="{2E541981-F3F5-40F8-878E-5995FB0006BA}" type="presParOf" srcId="{FDF7A62D-2865-4A15-A54B-F52016F71388}" destId="{048418FB-8E4B-4FD6-A132-9D495364BE5E}" srcOrd="8" destOrd="0" presId="urn:microsoft.com/office/officeart/2008/layout/VerticalCurvedList"/>
    <dgm:cxn modelId="{3A2F97D8-5150-4D00-A526-0A918D6D0CEE}" type="presParOf" srcId="{048418FB-8E4B-4FD6-A132-9D495364BE5E}" destId="{382860E9-6BAB-46E2-84A4-C7C2DCCB32B1}" srcOrd="0" destOrd="0" presId="urn:microsoft.com/office/officeart/2008/layout/VerticalCurvedList"/>
    <dgm:cxn modelId="{3D406418-9544-48EE-A0CA-BF95D109510D}" type="presParOf" srcId="{FDF7A62D-2865-4A15-A54B-F52016F71388}" destId="{A5FD39A9-1200-47EA-9CA0-1398211A6AD7}" srcOrd="9" destOrd="0" presId="urn:microsoft.com/office/officeart/2008/layout/VerticalCurvedList"/>
    <dgm:cxn modelId="{7446CC92-7A5E-40F3-A56D-EA9677D0E7BA}" type="presParOf" srcId="{FDF7A62D-2865-4A15-A54B-F52016F71388}" destId="{96CEDF3B-857B-418B-83DC-33050BCD556E}" srcOrd="10" destOrd="0" presId="urn:microsoft.com/office/officeart/2008/layout/VerticalCurvedList"/>
    <dgm:cxn modelId="{392B9317-5C40-47FB-A6C4-40DF067EF2E8}" type="presParOf" srcId="{96CEDF3B-857B-418B-83DC-33050BCD556E}" destId="{16C60D62-BCE9-47E7-9651-151422B688B3}" srcOrd="0" destOrd="0" presId="urn:microsoft.com/office/officeart/2008/layout/VerticalCurvedList"/>
    <dgm:cxn modelId="{2EFFBBE8-7A6D-4291-9D43-916CAAEF6B91}" type="presParOf" srcId="{FDF7A62D-2865-4A15-A54B-F52016F71388}" destId="{28D49429-D60E-4C96-A225-236C40AC5B5C}" srcOrd="11" destOrd="0" presId="urn:microsoft.com/office/officeart/2008/layout/VerticalCurvedList"/>
    <dgm:cxn modelId="{A0B9AA03-8E79-408A-90C7-AA88CD236CBA}" type="presParOf" srcId="{FDF7A62D-2865-4A15-A54B-F52016F71388}" destId="{075D291D-0A6F-47C6-A669-225F52711308}" srcOrd="12" destOrd="0" presId="urn:microsoft.com/office/officeart/2008/layout/VerticalCurvedList"/>
    <dgm:cxn modelId="{76675397-63BF-40D1-9CD4-4378CF28E95C}" type="presParOf" srcId="{075D291D-0A6F-47C6-A669-225F52711308}" destId="{959F40EB-C08F-45AA-9A1A-FE20956EC056}"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9C6FA9-FF5C-4239-97AC-D46862516776}">
      <dsp:nvSpPr>
        <dsp:cNvPr id="0" name=""/>
        <dsp:cNvSpPr/>
      </dsp:nvSpPr>
      <dsp:spPr>
        <a:xfrm>
          <a:off x="5269230" y="2369563"/>
          <a:ext cx="91440" cy="370858"/>
        </a:xfrm>
        <a:custGeom>
          <a:avLst/>
          <a:gdLst/>
          <a:ahLst/>
          <a:cxnLst/>
          <a:rect l="0" t="0" r="0" b="0"/>
          <a:pathLst>
            <a:path>
              <a:moveTo>
                <a:pt x="45720" y="0"/>
              </a:moveTo>
              <a:lnTo>
                <a:pt x="45720" y="37085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C98EA8F-6F0B-4248-8AFB-748470C9BF5A}">
      <dsp:nvSpPr>
        <dsp:cNvPr id="0" name=""/>
        <dsp:cNvSpPr/>
      </dsp:nvSpPr>
      <dsp:spPr>
        <a:xfrm>
          <a:off x="2977157" y="1188977"/>
          <a:ext cx="2337792" cy="370858"/>
        </a:xfrm>
        <a:custGeom>
          <a:avLst/>
          <a:gdLst/>
          <a:ahLst/>
          <a:cxnLst/>
          <a:rect l="0" t="0" r="0" b="0"/>
          <a:pathLst>
            <a:path>
              <a:moveTo>
                <a:pt x="0" y="0"/>
              </a:moveTo>
              <a:lnTo>
                <a:pt x="0" y="252729"/>
              </a:lnTo>
              <a:lnTo>
                <a:pt x="2337792" y="252729"/>
              </a:lnTo>
              <a:lnTo>
                <a:pt x="2337792" y="37085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B307A84-D822-47AA-969E-0D61888B4D92}">
      <dsp:nvSpPr>
        <dsp:cNvPr id="0" name=""/>
        <dsp:cNvSpPr/>
      </dsp:nvSpPr>
      <dsp:spPr>
        <a:xfrm>
          <a:off x="3710701" y="2369563"/>
          <a:ext cx="91440" cy="370858"/>
        </a:xfrm>
        <a:custGeom>
          <a:avLst/>
          <a:gdLst/>
          <a:ahLst/>
          <a:cxnLst/>
          <a:rect l="0" t="0" r="0" b="0"/>
          <a:pathLst>
            <a:path>
              <a:moveTo>
                <a:pt x="45720" y="0"/>
              </a:moveTo>
              <a:lnTo>
                <a:pt x="45720" y="37085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9F036B0-B2F3-466A-8BF3-46099DC57C1C}">
      <dsp:nvSpPr>
        <dsp:cNvPr id="0" name=""/>
        <dsp:cNvSpPr/>
      </dsp:nvSpPr>
      <dsp:spPr>
        <a:xfrm>
          <a:off x="2977157" y="1188977"/>
          <a:ext cx="779264" cy="370858"/>
        </a:xfrm>
        <a:custGeom>
          <a:avLst/>
          <a:gdLst/>
          <a:ahLst/>
          <a:cxnLst/>
          <a:rect l="0" t="0" r="0" b="0"/>
          <a:pathLst>
            <a:path>
              <a:moveTo>
                <a:pt x="0" y="0"/>
              </a:moveTo>
              <a:lnTo>
                <a:pt x="0" y="252729"/>
              </a:lnTo>
              <a:lnTo>
                <a:pt x="779264" y="252729"/>
              </a:lnTo>
              <a:lnTo>
                <a:pt x="779264" y="37085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CA7D8A-0986-41FF-9BDB-6F6A3A90C499}">
      <dsp:nvSpPr>
        <dsp:cNvPr id="0" name=""/>
        <dsp:cNvSpPr/>
      </dsp:nvSpPr>
      <dsp:spPr>
        <a:xfrm>
          <a:off x="2152173" y="2369563"/>
          <a:ext cx="91440" cy="370858"/>
        </a:xfrm>
        <a:custGeom>
          <a:avLst/>
          <a:gdLst/>
          <a:ahLst/>
          <a:cxnLst/>
          <a:rect l="0" t="0" r="0" b="0"/>
          <a:pathLst>
            <a:path>
              <a:moveTo>
                <a:pt x="45720" y="0"/>
              </a:moveTo>
              <a:lnTo>
                <a:pt x="45720" y="37085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15BAB1-3BFC-4D34-A999-68F95609D558}">
      <dsp:nvSpPr>
        <dsp:cNvPr id="0" name=""/>
        <dsp:cNvSpPr/>
      </dsp:nvSpPr>
      <dsp:spPr>
        <a:xfrm>
          <a:off x="2197893" y="1188977"/>
          <a:ext cx="779264" cy="370858"/>
        </a:xfrm>
        <a:custGeom>
          <a:avLst/>
          <a:gdLst/>
          <a:ahLst/>
          <a:cxnLst/>
          <a:rect l="0" t="0" r="0" b="0"/>
          <a:pathLst>
            <a:path>
              <a:moveTo>
                <a:pt x="779264" y="0"/>
              </a:moveTo>
              <a:lnTo>
                <a:pt x="779264" y="252729"/>
              </a:lnTo>
              <a:lnTo>
                <a:pt x="0" y="252729"/>
              </a:lnTo>
              <a:lnTo>
                <a:pt x="0" y="37085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EE80640-EAF5-4D82-ACEC-78C49E961E22}">
      <dsp:nvSpPr>
        <dsp:cNvPr id="0" name=""/>
        <dsp:cNvSpPr/>
      </dsp:nvSpPr>
      <dsp:spPr>
        <a:xfrm>
          <a:off x="593645" y="2369563"/>
          <a:ext cx="91440" cy="370858"/>
        </a:xfrm>
        <a:custGeom>
          <a:avLst/>
          <a:gdLst/>
          <a:ahLst/>
          <a:cxnLst/>
          <a:rect l="0" t="0" r="0" b="0"/>
          <a:pathLst>
            <a:path>
              <a:moveTo>
                <a:pt x="45720" y="0"/>
              </a:moveTo>
              <a:lnTo>
                <a:pt x="45720" y="37085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1B71EB-1F99-4150-BBB0-19DF910604CB}">
      <dsp:nvSpPr>
        <dsp:cNvPr id="0" name=""/>
        <dsp:cNvSpPr/>
      </dsp:nvSpPr>
      <dsp:spPr>
        <a:xfrm>
          <a:off x="639365" y="1188977"/>
          <a:ext cx="2337792" cy="370858"/>
        </a:xfrm>
        <a:custGeom>
          <a:avLst/>
          <a:gdLst/>
          <a:ahLst/>
          <a:cxnLst/>
          <a:rect l="0" t="0" r="0" b="0"/>
          <a:pathLst>
            <a:path>
              <a:moveTo>
                <a:pt x="2337792" y="0"/>
              </a:moveTo>
              <a:lnTo>
                <a:pt x="2337792" y="252729"/>
              </a:lnTo>
              <a:lnTo>
                <a:pt x="0" y="252729"/>
              </a:lnTo>
              <a:lnTo>
                <a:pt x="0" y="37085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8B06C61-CEA5-40AC-AFCC-248FCDD637A0}">
      <dsp:nvSpPr>
        <dsp:cNvPr id="0" name=""/>
        <dsp:cNvSpPr/>
      </dsp:nvSpPr>
      <dsp:spPr>
        <a:xfrm>
          <a:off x="2339578" y="379251"/>
          <a:ext cx="1275159" cy="8097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597697-17CC-4353-B96E-8AA70023417C}">
      <dsp:nvSpPr>
        <dsp:cNvPr id="0" name=""/>
        <dsp:cNvSpPr/>
      </dsp:nvSpPr>
      <dsp:spPr>
        <a:xfrm>
          <a:off x="2481262" y="513851"/>
          <a:ext cx="1275159" cy="80972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Engr .Dr. Rehan Liaqat</a:t>
          </a:r>
        </a:p>
      </dsp:txBody>
      <dsp:txXfrm>
        <a:off x="2504978" y="537567"/>
        <a:ext cx="1227727" cy="762294"/>
      </dsp:txXfrm>
    </dsp:sp>
    <dsp:sp modelId="{98719AB0-9820-4C74-8CF3-99E37626C295}">
      <dsp:nvSpPr>
        <dsp:cNvPr id="0" name=""/>
        <dsp:cNvSpPr/>
      </dsp:nvSpPr>
      <dsp:spPr>
        <a:xfrm>
          <a:off x="1785" y="1559836"/>
          <a:ext cx="1275159" cy="8097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E95F265-8294-41D8-AD19-A3D894F97078}">
      <dsp:nvSpPr>
        <dsp:cNvPr id="0" name=""/>
        <dsp:cNvSpPr/>
      </dsp:nvSpPr>
      <dsp:spPr>
        <a:xfrm>
          <a:off x="143470" y="1694436"/>
          <a:ext cx="1275159" cy="80972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Mubashir Bashir</a:t>
          </a:r>
        </a:p>
      </dsp:txBody>
      <dsp:txXfrm>
        <a:off x="167186" y="1718152"/>
        <a:ext cx="1227727" cy="762294"/>
      </dsp:txXfrm>
    </dsp:sp>
    <dsp:sp modelId="{DAEB4F19-8F89-4E0A-BF73-8ABD5BEE9711}">
      <dsp:nvSpPr>
        <dsp:cNvPr id="0" name=""/>
        <dsp:cNvSpPr/>
      </dsp:nvSpPr>
      <dsp:spPr>
        <a:xfrm>
          <a:off x="1785" y="2740421"/>
          <a:ext cx="1275159" cy="8097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1FC62E-83E9-4A8D-AB41-15D79C9102C3}">
      <dsp:nvSpPr>
        <dsp:cNvPr id="0" name=""/>
        <dsp:cNvSpPr/>
      </dsp:nvSpPr>
      <dsp:spPr>
        <a:xfrm>
          <a:off x="143470" y="2875022"/>
          <a:ext cx="1275159" cy="80972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12708</a:t>
          </a:r>
        </a:p>
      </dsp:txBody>
      <dsp:txXfrm>
        <a:off x="167186" y="2898738"/>
        <a:ext cx="1227727" cy="762294"/>
      </dsp:txXfrm>
    </dsp:sp>
    <dsp:sp modelId="{0349D5CC-7D09-4084-B775-DF23B8946329}">
      <dsp:nvSpPr>
        <dsp:cNvPr id="0" name=""/>
        <dsp:cNvSpPr/>
      </dsp:nvSpPr>
      <dsp:spPr>
        <a:xfrm>
          <a:off x="1560314" y="1559836"/>
          <a:ext cx="1275159" cy="8097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8466698-5A9F-4EA3-8D44-DACDF7AAE255}">
      <dsp:nvSpPr>
        <dsp:cNvPr id="0" name=""/>
        <dsp:cNvSpPr/>
      </dsp:nvSpPr>
      <dsp:spPr>
        <a:xfrm>
          <a:off x="1701998" y="1694436"/>
          <a:ext cx="1275159" cy="80972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M Aamir Shehzad</a:t>
          </a:r>
        </a:p>
      </dsp:txBody>
      <dsp:txXfrm>
        <a:off x="1725714" y="1718152"/>
        <a:ext cx="1227727" cy="762294"/>
      </dsp:txXfrm>
    </dsp:sp>
    <dsp:sp modelId="{1A23C520-1AB2-4D6C-B8E8-FD1CBEE08A76}">
      <dsp:nvSpPr>
        <dsp:cNvPr id="0" name=""/>
        <dsp:cNvSpPr/>
      </dsp:nvSpPr>
      <dsp:spPr>
        <a:xfrm>
          <a:off x="1560314" y="2740421"/>
          <a:ext cx="1275159" cy="8097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EAFB34F-33A0-4E92-9CB8-4FDE8C97FE75}">
      <dsp:nvSpPr>
        <dsp:cNvPr id="0" name=""/>
        <dsp:cNvSpPr/>
      </dsp:nvSpPr>
      <dsp:spPr>
        <a:xfrm>
          <a:off x="1701998" y="2875022"/>
          <a:ext cx="1275159" cy="80972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12715</a:t>
          </a:r>
        </a:p>
      </dsp:txBody>
      <dsp:txXfrm>
        <a:off x="1725714" y="2898738"/>
        <a:ext cx="1227727" cy="762294"/>
      </dsp:txXfrm>
    </dsp:sp>
    <dsp:sp modelId="{9853B62B-91AC-4B18-AA58-6052081C7A5F}">
      <dsp:nvSpPr>
        <dsp:cNvPr id="0" name=""/>
        <dsp:cNvSpPr/>
      </dsp:nvSpPr>
      <dsp:spPr>
        <a:xfrm>
          <a:off x="3118842" y="1559836"/>
          <a:ext cx="1275159" cy="8097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14E050-C739-48A7-8203-BC5E3B5A35CE}">
      <dsp:nvSpPr>
        <dsp:cNvPr id="0" name=""/>
        <dsp:cNvSpPr/>
      </dsp:nvSpPr>
      <dsp:spPr>
        <a:xfrm>
          <a:off x="3260526" y="1694436"/>
          <a:ext cx="1275159" cy="80972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Muhammad Zahid</a:t>
          </a:r>
        </a:p>
      </dsp:txBody>
      <dsp:txXfrm>
        <a:off x="3284242" y="1718152"/>
        <a:ext cx="1227727" cy="762294"/>
      </dsp:txXfrm>
    </dsp:sp>
    <dsp:sp modelId="{9884CB09-DAA6-4BC6-84A5-A683200BCAFE}">
      <dsp:nvSpPr>
        <dsp:cNvPr id="0" name=""/>
        <dsp:cNvSpPr/>
      </dsp:nvSpPr>
      <dsp:spPr>
        <a:xfrm>
          <a:off x="3118842" y="2740421"/>
          <a:ext cx="1275159" cy="8097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EA10CB8-1645-447F-AD1A-B6EDE8BA7C23}">
      <dsp:nvSpPr>
        <dsp:cNvPr id="0" name=""/>
        <dsp:cNvSpPr/>
      </dsp:nvSpPr>
      <dsp:spPr>
        <a:xfrm>
          <a:off x="3260526" y="2875022"/>
          <a:ext cx="1275159" cy="80972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12727</a:t>
          </a:r>
        </a:p>
      </dsp:txBody>
      <dsp:txXfrm>
        <a:off x="3284242" y="2898738"/>
        <a:ext cx="1227727" cy="762294"/>
      </dsp:txXfrm>
    </dsp:sp>
    <dsp:sp modelId="{A6BE40A0-037E-4C37-8D94-54B010B8D02F}">
      <dsp:nvSpPr>
        <dsp:cNvPr id="0" name=""/>
        <dsp:cNvSpPr/>
      </dsp:nvSpPr>
      <dsp:spPr>
        <a:xfrm>
          <a:off x="4677370" y="1559836"/>
          <a:ext cx="1275159" cy="8097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470605-3F10-4459-9A81-7D64AB64F19D}">
      <dsp:nvSpPr>
        <dsp:cNvPr id="0" name=""/>
        <dsp:cNvSpPr/>
      </dsp:nvSpPr>
      <dsp:spPr>
        <a:xfrm>
          <a:off x="4819054" y="1694436"/>
          <a:ext cx="1275159" cy="80972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Muhammad Umer Farooq</a:t>
          </a:r>
        </a:p>
      </dsp:txBody>
      <dsp:txXfrm>
        <a:off x="4842770" y="1718152"/>
        <a:ext cx="1227727" cy="762294"/>
      </dsp:txXfrm>
    </dsp:sp>
    <dsp:sp modelId="{2A5DA041-63F4-46C3-93A2-6A064E661746}">
      <dsp:nvSpPr>
        <dsp:cNvPr id="0" name=""/>
        <dsp:cNvSpPr/>
      </dsp:nvSpPr>
      <dsp:spPr>
        <a:xfrm>
          <a:off x="4677370" y="2740421"/>
          <a:ext cx="1275159" cy="8097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8C14556-85B4-4974-A435-FCC70E66FB9B}">
      <dsp:nvSpPr>
        <dsp:cNvPr id="0" name=""/>
        <dsp:cNvSpPr/>
      </dsp:nvSpPr>
      <dsp:spPr>
        <a:xfrm>
          <a:off x="4819054" y="2875022"/>
          <a:ext cx="1275159" cy="80972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12766</a:t>
          </a:r>
        </a:p>
      </dsp:txBody>
      <dsp:txXfrm>
        <a:off x="4842770" y="2898738"/>
        <a:ext cx="1227727" cy="7622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182694-A203-4080-BB3B-9246205E3868}">
      <dsp:nvSpPr>
        <dsp:cNvPr id="0" name=""/>
        <dsp:cNvSpPr/>
      </dsp:nvSpPr>
      <dsp:spPr>
        <a:xfrm>
          <a:off x="-6602400" y="-1009689"/>
          <a:ext cx="7858269" cy="7858269"/>
        </a:xfrm>
        <a:prstGeom prst="blockArc">
          <a:avLst>
            <a:gd name="adj1" fmla="val 18900000"/>
            <a:gd name="adj2" fmla="val 2700000"/>
            <a:gd name="adj3" fmla="val 275"/>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7207E06-61A4-43C7-81C6-4AF44157BF48}">
      <dsp:nvSpPr>
        <dsp:cNvPr id="0" name=""/>
        <dsp:cNvSpPr/>
      </dsp:nvSpPr>
      <dsp:spPr>
        <a:xfrm>
          <a:off x="467403" y="307476"/>
          <a:ext cx="6764592" cy="61471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7933" tIns="45720" rIns="45720" bIns="45720" numCol="1" spcCol="1270" anchor="ctr" anchorCtr="0">
          <a:noAutofit/>
        </a:bodyPr>
        <a:lstStyle/>
        <a:p>
          <a:pPr marL="0" lvl="0" indent="0" algn="l" defTabSz="800100">
            <a:lnSpc>
              <a:spcPct val="90000"/>
            </a:lnSpc>
            <a:spcBef>
              <a:spcPct val="0"/>
            </a:spcBef>
            <a:spcAft>
              <a:spcPct val="35000"/>
            </a:spcAft>
            <a:buNone/>
          </a:pPr>
          <a:r>
            <a:rPr lang="en-US" sz="1800" b="0" kern="1200" dirty="0">
              <a:latin typeface="Arial" panose="020B0604020202020204" pitchFamily="34" charset="0"/>
              <a:ea typeface="Times New Roman" panose="02020603050405020304" pitchFamily="18" charset="0"/>
              <a:cs typeface="Arial" panose="020B0604020202020204" pitchFamily="34" charset="0"/>
            </a:rPr>
            <a:t>FYP Overview</a:t>
          </a:r>
          <a:endParaRPr lang="en-US" sz="1800" b="0" kern="1200" dirty="0"/>
        </a:p>
      </dsp:txBody>
      <dsp:txXfrm>
        <a:off x="467403" y="307476"/>
        <a:ext cx="6764592" cy="614718"/>
      </dsp:txXfrm>
    </dsp:sp>
    <dsp:sp modelId="{5D948013-59B2-4248-9765-780F0DFEDD12}">
      <dsp:nvSpPr>
        <dsp:cNvPr id="0" name=""/>
        <dsp:cNvSpPr/>
      </dsp:nvSpPr>
      <dsp:spPr>
        <a:xfrm>
          <a:off x="83204" y="230636"/>
          <a:ext cx="768398" cy="76839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67B26A1-BC99-4C35-827F-CB554F3FF0D9}">
      <dsp:nvSpPr>
        <dsp:cNvPr id="0" name=""/>
        <dsp:cNvSpPr/>
      </dsp:nvSpPr>
      <dsp:spPr>
        <a:xfrm>
          <a:off x="973051" y="1229436"/>
          <a:ext cx="6258944" cy="61471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7933" tIns="45720" rIns="45720" bIns="45720" numCol="1" spcCol="1270" anchor="ctr" anchorCtr="0">
          <a:noAutofit/>
        </a:bodyPr>
        <a:lstStyle/>
        <a:p>
          <a:pPr marL="0" lvl="0" indent="0" algn="l" defTabSz="800100">
            <a:lnSpc>
              <a:spcPct val="90000"/>
            </a:lnSpc>
            <a:spcBef>
              <a:spcPct val="0"/>
            </a:spcBef>
            <a:spcAft>
              <a:spcPct val="35000"/>
            </a:spcAft>
            <a:buNone/>
          </a:pPr>
          <a:r>
            <a:rPr lang="en-US" sz="1800" b="0" kern="1200" dirty="0"/>
            <a:t>Objectives</a:t>
          </a:r>
        </a:p>
      </dsp:txBody>
      <dsp:txXfrm>
        <a:off x="973051" y="1229436"/>
        <a:ext cx="6258944" cy="614718"/>
      </dsp:txXfrm>
    </dsp:sp>
    <dsp:sp modelId="{FC24E051-7CA6-458A-A70C-16165BA41C23}">
      <dsp:nvSpPr>
        <dsp:cNvPr id="0" name=""/>
        <dsp:cNvSpPr/>
      </dsp:nvSpPr>
      <dsp:spPr>
        <a:xfrm>
          <a:off x="588852" y="1152597"/>
          <a:ext cx="768398" cy="76839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2D3C8C4-6B76-4F1B-9AAE-F4470B516DC8}">
      <dsp:nvSpPr>
        <dsp:cNvPr id="0" name=""/>
        <dsp:cNvSpPr/>
      </dsp:nvSpPr>
      <dsp:spPr>
        <a:xfrm>
          <a:off x="1204271" y="2151397"/>
          <a:ext cx="6027724" cy="61471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7933" tIns="45720" rIns="45720" bIns="45720" numCol="1" spcCol="1270" anchor="ctr" anchorCtr="0">
          <a:noAutofit/>
        </a:bodyPr>
        <a:lstStyle/>
        <a:p>
          <a:pPr marL="0" lvl="0" indent="0" algn="l" defTabSz="800100">
            <a:lnSpc>
              <a:spcPct val="90000"/>
            </a:lnSpc>
            <a:spcBef>
              <a:spcPct val="0"/>
            </a:spcBef>
            <a:spcAft>
              <a:spcPct val="35000"/>
            </a:spcAft>
            <a:buNone/>
          </a:pPr>
          <a:r>
            <a:rPr lang="en-US" sz="1800" b="0" kern="1200" dirty="0"/>
            <a:t>Block Diagram</a:t>
          </a:r>
        </a:p>
      </dsp:txBody>
      <dsp:txXfrm>
        <a:off x="1204271" y="2151397"/>
        <a:ext cx="6027724" cy="614718"/>
      </dsp:txXfrm>
    </dsp:sp>
    <dsp:sp modelId="{E03AF2A3-7299-4C4F-ADAB-A926978F710F}">
      <dsp:nvSpPr>
        <dsp:cNvPr id="0" name=""/>
        <dsp:cNvSpPr/>
      </dsp:nvSpPr>
      <dsp:spPr>
        <a:xfrm>
          <a:off x="820072" y="2074557"/>
          <a:ext cx="768398" cy="76839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5E01B68-34A0-4785-B77A-8DAB8D50A7D3}">
      <dsp:nvSpPr>
        <dsp:cNvPr id="0" name=""/>
        <dsp:cNvSpPr/>
      </dsp:nvSpPr>
      <dsp:spPr>
        <a:xfrm>
          <a:off x="1204271" y="3072774"/>
          <a:ext cx="6027724" cy="61471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7933" tIns="45720" rIns="45720" bIns="45720" numCol="1" spcCol="1270" anchor="ctr" anchorCtr="0">
          <a:noAutofit/>
        </a:bodyPr>
        <a:lstStyle/>
        <a:p>
          <a:pPr marL="0" lvl="0" indent="0" algn="l" defTabSz="800100">
            <a:lnSpc>
              <a:spcPct val="90000"/>
            </a:lnSpc>
            <a:spcBef>
              <a:spcPct val="0"/>
            </a:spcBef>
            <a:spcAft>
              <a:spcPct val="35000"/>
            </a:spcAft>
            <a:buNone/>
          </a:pPr>
          <a:r>
            <a:rPr lang="en-US" sz="1800" kern="1200" dirty="0"/>
            <a:t>Hardware Components</a:t>
          </a:r>
          <a:endParaRPr lang="en-PK" sz="1800" kern="1200" dirty="0"/>
        </a:p>
      </dsp:txBody>
      <dsp:txXfrm>
        <a:off x="1204271" y="3072774"/>
        <a:ext cx="6027724" cy="614718"/>
      </dsp:txXfrm>
    </dsp:sp>
    <dsp:sp modelId="{382860E9-6BAB-46E2-84A4-C7C2DCCB32B1}">
      <dsp:nvSpPr>
        <dsp:cNvPr id="0" name=""/>
        <dsp:cNvSpPr/>
      </dsp:nvSpPr>
      <dsp:spPr>
        <a:xfrm>
          <a:off x="820072" y="2995934"/>
          <a:ext cx="768398" cy="76839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5FD39A9-1200-47EA-9CA0-1398211A6AD7}">
      <dsp:nvSpPr>
        <dsp:cNvPr id="0" name=""/>
        <dsp:cNvSpPr/>
      </dsp:nvSpPr>
      <dsp:spPr>
        <a:xfrm>
          <a:off x="973051" y="3994735"/>
          <a:ext cx="6258944" cy="61471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7933" tIns="45720" rIns="45720" bIns="45720" numCol="1" spcCol="1270" anchor="ctr" anchorCtr="0">
          <a:noAutofit/>
        </a:bodyPr>
        <a:lstStyle/>
        <a:p>
          <a:pPr marL="0" lvl="0" indent="0" algn="l" defTabSz="800100">
            <a:lnSpc>
              <a:spcPct val="90000"/>
            </a:lnSpc>
            <a:spcBef>
              <a:spcPct val="0"/>
            </a:spcBef>
            <a:spcAft>
              <a:spcPct val="35000"/>
            </a:spcAft>
            <a:buNone/>
          </a:pPr>
          <a:r>
            <a:rPr lang="en-US" sz="1800" kern="1200" dirty="0"/>
            <a:t>Mapping of Sustainable Development Goals (SDGs) with FYP</a:t>
          </a:r>
          <a:endParaRPr lang="en-PK" sz="1800" kern="1200" dirty="0"/>
        </a:p>
      </dsp:txBody>
      <dsp:txXfrm>
        <a:off x="973051" y="3994735"/>
        <a:ext cx="6258944" cy="614718"/>
      </dsp:txXfrm>
    </dsp:sp>
    <dsp:sp modelId="{16C60D62-BCE9-47E7-9651-151422B688B3}">
      <dsp:nvSpPr>
        <dsp:cNvPr id="0" name=""/>
        <dsp:cNvSpPr/>
      </dsp:nvSpPr>
      <dsp:spPr>
        <a:xfrm>
          <a:off x="588852" y="3917895"/>
          <a:ext cx="768398" cy="76839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8D49429-D60E-4C96-A225-236C40AC5B5C}">
      <dsp:nvSpPr>
        <dsp:cNvPr id="0" name=""/>
        <dsp:cNvSpPr/>
      </dsp:nvSpPr>
      <dsp:spPr>
        <a:xfrm>
          <a:off x="467403" y="4916696"/>
          <a:ext cx="6764592" cy="61471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7933" tIns="45720" rIns="45720" bIns="45720" numCol="1" spcCol="1270" anchor="ctr" anchorCtr="0">
          <a:noAutofit/>
        </a:bodyPr>
        <a:lstStyle/>
        <a:p>
          <a:pPr marL="0" lvl="0" indent="0" algn="l" defTabSz="800100">
            <a:lnSpc>
              <a:spcPct val="90000"/>
            </a:lnSpc>
            <a:spcBef>
              <a:spcPct val="0"/>
            </a:spcBef>
            <a:spcAft>
              <a:spcPct val="35000"/>
            </a:spcAft>
            <a:buNone/>
          </a:pPr>
          <a:r>
            <a:rPr lang="en-GB" sz="1800" kern="1200" dirty="0"/>
            <a:t>Thank You</a:t>
          </a:r>
        </a:p>
      </dsp:txBody>
      <dsp:txXfrm>
        <a:off x="467403" y="4916696"/>
        <a:ext cx="6764592" cy="614718"/>
      </dsp:txXfrm>
    </dsp:sp>
    <dsp:sp modelId="{959F40EB-C08F-45AA-9A1A-FE20956EC056}">
      <dsp:nvSpPr>
        <dsp:cNvPr id="0" name=""/>
        <dsp:cNvSpPr/>
      </dsp:nvSpPr>
      <dsp:spPr>
        <a:xfrm>
          <a:off x="83204" y="4839856"/>
          <a:ext cx="768398" cy="76839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E4AA79BF-19E4-4C0E-8EF9-65889C596D73}" type="datetimeFigureOut">
              <a:rPr lang="en-US" smtClean="0"/>
              <a:pPr/>
              <a:t>6/12/2024</a:t>
            </a:fld>
            <a:endParaRPr lang="en-US" dirty="0"/>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B384417C-0F0A-4136-9D97-ACEF37A83C3D}" type="slidenum">
              <a:rPr lang="en-US" smtClean="0"/>
              <a:pPr/>
              <a:t>‹#›</a:t>
            </a:fld>
            <a:endParaRPr lang="en-US" dirty="0"/>
          </a:p>
        </p:txBody>
      </p:sp>
    </p:spTree>
    <p:extLst>
      <p:ext uri="{BB962C8B-B14F-4D97-AF65-F5344CB8AC3E}">
        <p14:creationId xmlns:p14="http://schemas.microsoft.com/office/powerpoint/2010/main" val="968874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384417C-0F0A-4136-9D97-ACEF37A83C3D}" type="slidenum">
              <a:rPr lang="en-US" smtClean="0"/>
              <a:pPr/>
              <a:t>3</a:t>
            </a:fld>
            <a:endParaRPr lang="en-US" dirty="0"/>
          </a:p>
        </p:txBody>
      </p:sp>
    </p:spTree>
    <p:extLst>
      <p:ext uri="{BB962C8B-B14F-4D97-AF65-F5344CB8AC3E}">
        <p14:creationId xmlns:p14="http://schemas.microsoft.com/office/powerpoint/2010/main" val="2032852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E0D26DE-EF19-40E2-8BD3-2E9DA9268A99}" type="datetime1">
              <a:rPr lang="en-US" smtClean="0"/>
              <a:pPr/>
              <a:t>6/12/2024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0195078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4C0F82-8F7D-4E12-9342-48C1498F0B1C}" type="datetime1">
              <a:rPr lang="en-US" smtClean="0"/>
              <a:pPr/>
              <a:t>6/12/2024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974448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3FB998-5D85-4AD0-B545-B5186A4B7758}" type="datetime1">
              <a:rPr lang="en-US" smtClean="0"/>
              <a:pPr/>
              <a:t>6/12/2024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088193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288DC0A-87CE-4352-9934-AC8B8C64E1CC}" type="datetime1">
              <a:rPr lang="en-US" smtClean="0"/>
              <a:pPr/>
              <a:t>6/12/2024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866970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745BAEF-7319-4C40-B724-92FF8B77A926}" type="datetime1">
              <a:rPr lang="en-US" smtClean="0"/>
              <a:pPr/>
              <a:t>6/12/2024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4277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7656FAC-C2D4-4963-A2A4-6C71EF394474}" type="datetime1">
              <a:rPr lang="en-US" smtClean="0"/>
              <a:pPr/>
              <a:t>6/12/2024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217541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088877-4A90-4F2A-8572-218366691B71}" type="datetime1">
              <a:rPr lang="en-US" smtClean="0"/>
              <a:pPr/>
              <a:t>6/12/2024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347256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1513CA-BE7B-4935-BC65-447BECC64AF9}" type="datetime1">
              <a:rPr lang="en-US" smtClean="0"/>
              <a:pPr/>
              <a:t>6/12/2024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970883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7FD6EE-E70F-451B-9723-5105CFF512E2}" type="datetime1">
              <a:rPr lang="en-US" smtClean="0"/>
              <a:pPr/>
              <a:t>6/12/2024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287965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B01E2A-BC55-4806-986F-9535ED0752F3}" type="datetime1">
              <a:rPr lang="en-US" smtClean="0"/>
              <a:pPr/>
              <a:t>6/12/2024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626190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B26DB8-A3A3-459F-959A-EF70DDE90DAC}" type="datetime1">
              <a:rPr lang="en-US" smtClean="0"/>
              <a:pPr/>
              <a:t>6/12/2024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621257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9BBA2B-4A8D-4579-B114-062D87FA8926}" type="datetime1">
              <a:rPr lang="en-US" smtClean="0"/>
              <a:pPr/>
              <a:t>6/12/2024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95962188"/>
      </p:ext>
    </p:extLst>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7384"/>
            <a:ext cx="9144000" cy="6858000"/>
          </a:xfrm>
          <a:prstGeom prst="rect">
            <a:avLst/>
          </a:prstGeom>
        </p:spPr>
      </p:pic>
      <p:sp>
        <p:nvSpPr>
          <p:cNvPr id="4" name="Title 3"/>
          <p:cNvSpPr txBox="1">
            <a:spLocks noGrp="1" noChangeArrowheads="1"/>
          </p:cNvSpPr>
          <p:nvPr>
            <p:ph type="ctrTitle" idx="4294967295"/>
          </p:nvPr>
        </p:nvSpPr>
        <p:spPr bwMode="auto">
          <a:xfrm>
            <a:off x="419100" y="3632538"/>
            <a:ext cx="8305800" cy="1323439"/>
          </a:xfrm>
          <a:prstGeom prst="rect">
            <a:avLst/>
          </a:prstGeom>
          <a:noFill/>
          <a:ln>
            <a:noFill/>
          </a:ln>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defTabSz="457200" eaLnBrk="1" hangingPunct="1"/>
            <a:r>
              <a:rPr lang="en-US" sz="4000" b="1" dirty="0">
                <a:solidFill>
                  <a:srgbClr val="004A81"/>
                </a:solidFill>
                <a:effectLst>
                  <a:outerShdw blurRad="38100" dist="38100" dir="2700000" algn="tl">
                    <a:srgbClr val="000000">
                      <a:alpha val="43137"/>
                    </a:srgbClr>
                  </a:outerShdw>
                </a:effectLst>
                <a:latin typeface="Cambria" panose="02040503050406030204" pitchFamily="18" charset="0"/>
              </a:rPr>
              <a:t>Development of Power Monitoring and Control System for Smart Grid</a:t>
            </a:r>
            <a:endParaRPr lang="en-US" sz="4000" b="1" dirty="0">
              <a:solidFill>
                <a:srgbClr val="004A81"/>
              </a:solidFill>
              <a:effectLst>
                <a:outerShdw blurRad="38100" dist="38100" dir="2700000" algn="tl">
                  <a:srgbClr val="000000">
                    <a:alpha val="43137"/>
                  </a:srgbClr>
                </a:outerShdw>
              </a:effectLst>
              <a:latin typeface="Cambria" panose="02040503050406030204" pitchFamily="18" charset="0"/>
              <a:ea typeface="+mn-ea"/>
              <a:cs typeface="+mn-cs"/>
            </a:endParaRPr>
          </a:p>
        </p:txBody>
      </p:sp>
      <p:sp>
        <p:nvSpPr>
          <p:cNvPr id="11" name="Slide Number Placeholder 1">
            <a:extLst>
              <a:ext uri="{FF2B5EF4-FFF2-40B4-BE49-F238E27FC236}">
                <a16:creationId xmlns:a16="http://schemas.microsoft.com/office/drawing/2014/main" id="{9F9FF80C-5B47-4773-A366-406BF2F1B803}"/>
              </a:ext>
            </a:extLst>
          </p:cNvPr>
          <p:cNvSpPr>
            <a:spLocks noGrp="1"/>
          </p:cNvSpPr>
          <p:nvPr>
            <p:ph type="sldNum" sz="quarter" idx="12"/>
          </p:nvPr>
        </p:nvSpPr>
        <p:spPr>
          <a:xfrm>
            <a:off x="4754879" y="6591920"/>
            <a:ext cx="365761" cy="246221"/>
          </a:xfrm>
        </p:spPr>
        <p:txBody>
          <a:bodyPr/>
          <a:lstStyle/>
          <a:p>
            <a:r>
              <a:rPr lang="en-US" dirty="0">
                <a:solidFill>
                  <a:schemeClr val="tx1"/>
                </a:solidFill>
              </a:rPr>
              <a:t>-</a:t>
            </a:r>
            <a:fld id="{FE943276-DE8D-4E39-AF56-92ECCC5D4DD5}" type="slidenum">
              <a:rPr lang="en-US" smtClean="0">
                <a:solidFill>
                  <a:schemeClr val="tx1"/>
                </a:solidFill>
              </a:rPr>
              <a:t>1</a:t>
            </a:fld>
            <a:r>
              <a:rPr lang="en-US" dirty="0">
                <a:solidFill>
                  <a:schemeClr val="tx1"/>
                </a:solidFill>
              </a:rPr>
              <a:t>-</a:t>
            </a:r>
          </a:p>
        </p:txBody>
      </p:sp>
      <p:sp>
        <p:nvSpPr>
          <p:cNvPr id="13" name="Title 3"/>
          <p:cNvSpPr txBox="1">
            <a:spLocks noChangeArrowheads="1"/>
          </p:cNvSpPr>
          <p:nvPr/>
        </p:nvSpPr>
        <p:spPr bwMode="auto">
          <a:xfrm>
            <a:off x="419100" y="2739987"/>
            <a:ext cx="8305800" cy="584775"/>
          </a:xfrm>
          <a:prstGeom prst="rect">
            <a:avLst/>
          </a:prstGeom>
          <a:noFill/>
          <a:ln>
            <a:noFill/>
          </a:ln>
        </p:spPr>
        <p:txBody>
          <a:bodyPr vert="horz" wrap="square" lIns="91440" tIns="45720" rIns="91440" bIns="45720" rtlCol="0" anchor="ctr">
            <a:spAutoFit/>
          </a:bodyPr>
          <a:lstStyle>
            <a:lvl1pPr algn="ctr" defTabSz="914400" rtl="0" eaLnBrk="0" latinLnBrk="0" hangingPunct="0">
              <a:spcBef>
                <a:spcPct val="0"/>
              </a:spcBef>
              <a:buNone/>
              <a:defRPr sz="4400" kern="1200">
                <a:solidFill>
                  <a:schemeClr val="tx1"/>
                </a:solidFill>
                <a:latin typeface="Arial" charset="0"/>
                <a:ea typeface="+mj-ea"/>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defTabSz="457200" eaLnBrk="1" hangingPunct="1"/>
            <a:r>
              <a:rPr lang="en-US" sz="3200" b="1" dirty="0">
                <a:solidFill>
                  <a:srgbClr val="520A14"/>
                </a:solidFill>
                <a:effectLst>
                  <a:outerShdw blurRad="38100" dist="38100" dir="2700000" algn="tl">
                    <a:srgbClr val="000000">
                      <a:alpha val="43137"/>
                    </a:srgbClr>
                  </a:outerShdw>
                </a:effectLst>
                <a:latin typeface="Cambria" panose="02040503050406030204" pitchFamily="18" charset="0"/>
                <a:ea typeface="+mn-ea"/>
                <a:cs typeface="+mn-cs"/>
              </a:rPr>
              <a:t>Final Defense Presentation of</a:t>
            </a:r>
          </a:p>
        </p:txBody>
      </p:sp>
    </p:spTree>
    <p:extLst>
      <p:ext uri="{BB962C8B-B14F-4D97-AF65-F5344CB8AC3E}">
        <p14:creationId xmlns:p14="http://schemas.microsoft.com/office/powerpoint/2010/main" val="3158255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dirty="0"/>
          </a:p>
        </p:txBody>
      </p:sp>
      <p:graphicFrame>
        <p:nvGraphicFramePr>
          <p:cNvPr id="5" name="Diagram 4"/>
          <p:cNvGraphicFramePr/>
          <p:nvPr>
            <p:extLst>
              <p:ext uri="{D42A27DB-BD31-4B8C-83A1-F6EECF244321}">
                <p14:modId xmlns:p14="http://schemas.microsoft.com/office/powerpoint/2010/main" val="825088540"/>
              </p:ext>
            </p:extLst>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Slide Number Placeholder 1">
            <a:extLst>
              <a:ext uri="{FF2B5EF4-FFF2-40B4-BE49-F238E27FC236}">
                <a16:creationId xmlns:a16="http://schemas.microsoft.com/office/drawing/2014/main" id="{9F9FF80C-5B47-4773-A366-406BF2F1B803}"/>
              </a:ext>
            </a:extLst>
          </p:cNvPr>
          <p:cNvSpPr txBox="1">
            <a:spLocks/>
          </p:cNvSpPr>
          <p:nvPr/>
        </p:nvSpPr>
        <p:spPr>
          <a:xfrm>
            <a:off x="4754879" y="6591920"/>
            <a:ext cx="365761" cy="24622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a:t>
            </a:r>
            <a:fld id="{FE943276-DE8D-4E39-AF56-92ECCC5D4DD5}" type="slidenum">
              <a:rPr lang="en-US" smtClean="0">
                <a:solidFill>
                  <a:schemeClr val="tx1"/>
                </a:solidFill>
              </a:rPr>
              <a:pPr/>
              <a:t>2</a:t>
            </a:fld>
            <a:r>
              <a:rPr lang="en-US" dirty="0">
                <a:solidFill>
                  <a:schemeClr val="tx1"/>
                </a:solidFill>
              </a:rPr>
              <a:t>-</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a:spLocks noGrp="1" noChangeArrowheads="1"/>
          </p:cNvSpPr>
          <p:nvPr>
            <p:ph type="title"/>
          </p:nvPr>
        </p:nvSpPr>
        <p:spPr bwMode="auto">
          <a:xfrm>
            <a:off x="838200" y="0"/>
            <a:ext cx="28956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l" defTabSz="457200" eaLnBrk="1" hangingPunct="1"/>
            <a:r>
              <a:rPr lang="en-US" dirty="0">
                <a:solidFill>
                  <a:schemeClr val="tx2">
                    <a:lumMod val="50000"/>
                  </a:schemeClr>
                </a:solidFill>
                <a:latin typeface="Arial" panose="020B0604020202020204" pitchFamily="34" charset="0"/>
                <a:ea typeface="+mn-ea"/>
                <a:cs typeface="Arial" panose="020B0604020202020204" pitchFamily="34" charset="0"/>
              </a:rPr>
              <a:t>Contents: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664027952"/>
              </p:ext>
            </p:extLst>
          </p:nvPr>
        </p:nvGraphicFramePr>
        <p:xfrm>
          <a:off x="1032803" y="753028"/>
          <a:ext cx="7315200" cy="58388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Slide Number Placeholder 7"/>
          <p:cNvSpPr>
            <a:spLocks noGrp="1"/>
          </p:cNvSpPr>
          <p:nvPr>
            <p:ph type="sldNum" sz="quarter" idx="12"/>
          </p:nvPr>
        </p:nvSpPr>
        <p:spPr/>
        <p:txBody>
          <a:bodyPr>
            <a:normAutofit/>
          </a:bodyPr>
          <a:lstStyle/>
          <a:p>
            <a:fld id="{B6F15528-21DE-4FAA-801E-634DDDAF4B2B}" type="slidenum">
              <a:rPr lang="en-US" smtClean="0"/>
              <a:pPr/>
              <a:t>3</a:t>
            </a:fld>
            <a:endParaRPr lang="en-US" dirty="0"/>
          </a:p>
        </p:txBody>
      </p:sp>
      <p:sp>
        <p:nvSpPr>
          <p:cNvPr id="6" name="Slide Number Placeholder 1">
            <a:extLst>
              <a:ext uri="{FF2B5EF4-FFF2-40B4-BE49-F238E27FC236}">
                <a16:creationId xmlns:a16="http://schemas.microsoft.com/office/drawing/2014/main" id="{9F9FF80C-5B47-4773-A366-406BF2F1B803}"/>
              </a:ext>
            </a:extLst>
          </p:cNvPr>
          <p:cNvSpPr txBox="1">
            <a:spLocks/>
          </p:cNvSpPr>
          <p:nvPr/>
        </p:nvSpPr>
        <p:spPr>
          <a:xfrm>
            <a:off x="4754879" y="6591920"/>
            <a:ext cx="365761" cy="24622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a:t>
            </a:r>
            <a:fld id="{FE943276-DE8D-4E39-AF56-92ECCC5D4DD5}" type="slidenum">
              <a:rPr lang="en-US" smtClean="0">
                <a:solidFill>
                  <a:schemeClr val="tx1"/>
                </a:solidFill>
              </a:rPr>
              <a:pPr/>
              <a:t>3</a:t>
            </a:fld>
            <a:r>
              <a:rPr lang="en-US" dirty="0">
                <a:solidFill>
                  <a:schemeClr val="tx1"/>
                </a:solidFill>
              </a:rPr>
              <a:t>-</a:t>
            </a:r>
          </a:p>
        </p:txBody>
      </p:sp>
    </p:spTree>
    <p:extLst>
      <p:ext uri="{BB962C8B-B14F-4D97-AF65-F5344CB8AC3E}">
        <p14:creationId xmlns:p14="http://schemas.microsoft.com/office/powerpoint/2010/main" val="2319999899"/>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F8ED4-508E-488D-943E-8DA21A3A8496}"/>
              </a:ext>
            </a:extLst>
          </p:cNvPr>
          <p:cNvSpPr>
            <a:spLocks noGrp="1"/>
          </p:cNvSpPr>
          <p:nvPr>
            <p:ph type="title"/>
          </p:nvPr>
        </p:nvSpPr>
        <p:spPr/>
        <p:txBody>
          <a:bodyPr/>
          <a:lstStyle/>
          <a:p>
            <a:r>
              <a:rPr lang="en-US" dirty="0"/>
              <a:t> </a:t>
            </a:r>
            <a:endParaRPr lang="en-PK" dirty="0"/>
          </a:p>
        </p:txBody>
      </p:sp>
      <p:sp>
        <p:nvSpPr>
          <p:cNvPr id="3" name="Content Placeholder 2">
            <a:extLst>
              <a:ext uri="{FF2B5EF4-FFF2-40B4-BE49-F238E27FC236}">
                <a16:creationId xmlns:a16="http://schemas.microsoft.com/office/drawing/2014/main" id="{AA678C31-244A-4734-9DCA-E7C53D194E4F}"/>
              </a:ext>
            </a:extLst>
          </p:cNvPr>
          <p:cNvSpPr>
            <a:spLocks noGrp="1"/>
          </p:cNvSpPr>
          <p:nvPr>
            <p:ph idx="1"/>
          </p:nvPr>
        </p:nvSpPr>
        <p:spPr>
          <a:xfrm>
            <a:off x="392723" y="846138"/>
            <a:ext cx="8277665" cy="5516562"/>
          </a:xfrm>
        </p:spPr>
        <p:txBody>
          <a:bodyPr>
            <a:noAutofit/>
          </a:bodyPr>
          <a:lstStyle/>
          <a:p>
            <a:pPr algn="just"/>
            <a:r>
              <a:rPr lang="en-US" sz="2000" dirty="0">
                <a:latin typeface="Arial" panose="020B0604020202020204" pitchFamily="34" charset="0"/>
                <a:cs typeface="Arial" panose="020B0604020202020204" pitchFamily="34" charset="0"/>
              </a:rPr>
              <a:t>Electric power systems are critical to modern society, providing the energy required for everything from lighting and heating to manufacturing and transportation. </a:t>
            </a:r>
          </a:p>
          <a:p>
            <a:pPr algn="just"/>
            <a:r>
              <a:rPr lang="en-US" sz="2000" dirty="0">
                <a:latin typeface="Arial" panose="020B0604020202020204" pitchFamily="34" charset="0"/>
                <a:cs typeface="Arial" panose="020B0604020202020204" pitchFamily="34" charset="0"/>
              </a:rPr>
              <a:t>A smart grid is an electricity network that uses digital and other advanced technologies to monitor and manage the transport of electricity from all generation sources to meet the varying electricity demands of end users. </a:t>
            </a:r>
          </a:p>
          <a:p>
            <a:pPr algn="just"/>
            <a:r>
              <a:rPr lang="en-US" sz="2000" dirty="0">
                <a:latin typeface="Arial" panose="020B0604020202020204" pitchFamily="34" charset="0"/>
                <a:cs typeface="Arial" panose="020B0604020202020204" pitchFamily="34" charset="0"/>
              </a:rPr>
              <a:t>The purpose of this project is to develop a system for monitoring and analyzing the power quality of an electrical grid. </a:t>
            </a:r>
          </a:p>
          <a:p>
            <a:pPr algn="just"/>
            <a:r>
              <a:rPr lang="en-US" sz="2000" dirty="0">
                <a:latin typeface="Arial" panose="020B0604020202020204" pitchFamily="34" charset="0"/>
                <a:cs typeface="Arial" panose="020B0604020202020204" pitchFamily="34" charset="0"/>
              </a:rPr>
              <a:t>The objectives of the project are to identify issues related to power quality such as harmonic distortion, power factor imbalances, and voltage fluctuations, and to implement corrective actions such as power factor correction or voltage regulation to improve power quality and reduce energy waste. </a:t>
            </a:r>
          </a:p>
          <a:p>
            <a:pPr algn="just"/>
            <a:r>
              <a:rPr lang="en-US" sz="2000" dirty="0">
                <a:latin typeface="Arial" panose="020B0604020202020204" pitchFamily="34" charset="0"/>
                <a:cs typeface="Arial" panose="020B0604020202020204" pitchFamily="34" charset="0"/>
              </a:rPr>
              <a:t>The project will improve the reliability and efficiency of the electrical grid, leading to cost savings, reduced downtime, and increased customer satisfaction.</a:t>
            </a:r>
          </a:p>
        </p:txBody>
      </p:sp>
      <p:sp>
        <p:nvSpPr>
          <p:cNvPr id="4" name="Slide Number Placeholder 3">
            <a:extLst>
              <a:ext uri="{FF2B5EF4-FFF2-40B4-BE49-F238E27FC236}">
                <a16:creationId xmlns:a16="http://schemas.microsoft.com/office/drawing/2014/main" id="{1DB91096-927D-4441-96FA-3DCA344B37ED}"/>
              </a:ext>
            </a:extLst>
          </p:cNvPr>
          <p:cNvSpPr>
            <a:spLocks noGrp="1"/>
          </p:cNvSpPr>
          <p:nvPr>
            <p:ph type="sldNum" sz="quarter" idx="12"/>
          </p:nvPr>
        </p:nvSpPr>
        <p:spPr/>
        <p:txBody>
          <a:bodyPr/>
          <a:lstStyle/>
          <a:p>
            <a:fld id="{B6F15528-21DE-4FAA-801E-634DDDAF4B2B}" type="slidenum">
              <a:rPr lang="en-US" smtClean="0"/>
              <a:pPr/>
              <a:t>4</a:t>
            </a:fld>
            <a:endParaRPr lang="en-US" dirty="0"/>
          </a:p>
        </p:txBody>
      </p:sp>
      <p:sp>
        <p:nvSpPr>
          <p:cNvPr id="5" name="Title 1">
            <a:extLst>
              <a:ext uri="{FF2B5EF4-FFF2-40B4-BE49-F238E27FC236}">
                <a16:creationId xmlns:a16="http://schemas.microsoft.com/office/drawing/2014/main" id="{55999130-9AE2-40B0-B84A-E09AC537F930}"/>
              </a:ext>
            </a:extLst>
          </p:cNvPr>
          <p:cNvSpPr txBox="1">
            <a:spLocks/>
          </p:cNvSpPr>
          <p:nvPr/>
        </p:nvSpPr>
        <p:spPr>
          <a:xfrm>
            <a:off x="838200" y="-30162"/>
            <a:ext cx="4495800" cy="79216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dirty="0">
                <a:latin typeface="Arial" panose="020B0604020202020204" pitchFamily="34" charset="0"/>
                <a:ea typeface="Times New Roman" panose="02020603050405020304" pitchFamily="18" charset="0"/>
                <a:cs typeface="Arial" panose="020B0604020202020204" pitchFamily="34" charset="0"/>
              </a:rPr>
              <a:t>FYP Overview:</a:t>
            </a:r>
            <a:endParaRPr lang="en-US" dirty="0">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91487754"/>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159E-A241-48B0-A237-042F86DEBDCA}"/>
              </a:ext>
            </a:extLst>
          </p:cNvPr>
          <p:cNvSpPr>
            <a:spLocks noGrp="1"/>
          </p:cNvSpPr>
          <p:nvPr>
            <p:ph type="title"/>
          </p:nvPr>
        </p:nvSpPr>
        <p:spPr>
          <a:xfrm>
            <a:off x="-1905000" y="-152400"/>
            <a:ext cx="8229600" cy="1143000"/>
          </a:xfrm>
        </p:spPr>
        <p:txBody>
          <a:bodyPr>
            <a:normAutofit/>
          </a:bodyPr>
          <a:lstStyle/>
          <a:p>
            <a:r>
              <a:rPr lang="en-US" dirty="0">
                <a:latin typeface="Arial" panose="020B0604020202020204" pitchFamily="34" charset="0"/>
                <a:cs typeface="Arial" panose="020B0604020202020204" pitchFamily="34" charset="0"/>
              </a:rPr>
              <a:t>Objectives:</a:t>
            </a:r>
            <a:endParaRPr lang="en-PK"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1CCE081-05BE-468E-821D-4B619078E70A}"/>
              </a:ext>
            </a:extLst>
          </p:cNvPr>
          <p:cNvSpPr>
            <a:spLocks noGrp="1"/>
          </p:cNvSpPr>
          <p:nvPr>
            <p:ph idx="1"/>
          </p:nvPr>
        </p:nvSpPr>
        <p:spPr>
          <a:xfrm>
            <a:off x="457200" y="1143000"/>
            <a:ext cx="8229600" cy="4983163"/>
          </a:xfrm>
        </p:spPr>
        <p:txBody>
          <a:bodyPr>
            <a:normAutofit/>
          </a:bodyPr>
          <a:lstStyle/>
          <a:p>
            <a:pPr marL="0" indent="0" algn="just">
              <a:buNone/>
            </a:pPr>
            <a:r>
              <a:rPr lang="en-US" sz="2800" dirty="0"/>
              <a:t>The followings are the objectives of this project.</a:t>
            </a:r>
          </a:p>
          <a:p>
            <a:pPr lvl="0" algn="just">
              <a:buFont typeface="Wingdings" panose="05000000000000000000" pitchFamily="2" charset="2"/>
              <a:buChar char="Ø"/>
            </a:pPr>
            <a:r>
              <a:rPr lang="en-US" sz="2800" dirty="0"/>
              <a:t>To monitor and analyze the power quality parameters of an electrical grid including voltage, power factor, and voltage stabilizer.</a:t>
            </a:r>
          </a:p>
          <a:p>
            <a:pPr lvl="0" algn="just">
              <a:buFont typeface="Wingdings" panose="05000000000000000000" pitchFamily="2" charset="2"/>
              <a:buChar char="Ø"/>
            </a:pPr>
            <a:r>
              <a:rPr lang="en-US" sz="2800" dirty="0"/>
              <a:t>To identify issues related to power quality such as voltage stabilizer, low power factor, and voltage fluctuations.</a:t>
            </a:r>
          </a:p>
          <a:p>
            <a:pPr lvl="0" algn="just">
              <a:buFont typeface="Wingdings" panose="05000000000000000000" pitchFamily="2" charset="2"/>
              <a:buChar char="Ø"/>
            </a:pPr>
            <a:r>
              <a:rPr lang="en-US" sz="2800" dirty="0"/>
              <a:t>To improve the reliability and efficiency of the electrical grid using power quality improvement devices. </a:t>
            </a:r>
            <a:r>
              <a:rPr lang="en-US" sz="2800" b="1" dirty="0"/>
              <a:t> </a:t>
            </a:r>
            <a:endParaRPr lang="en-US" sz="2800" dirty="0"/>
          </a:p>
        </p:txBody>
      </p:sp>
      <p:sp>
        <p:nvSpPr>
          <p:cNvPr id="4" name="Slide Number Placeholder 3">
            <a:extLst>
              <a:ext uri="{FF2B5EF4-FFF2-40B4-BE49-F238E27FC236}">
                <a16:creationId xmlns:a16="http://schemas.microsoft.com/office/drawing/2014/main" id="{4A577763-5C65-4BB9-A73A-008BECF7D7F3}"/>
              </a:ext>
            </a:extLst>
          </p:cNvPr>
          <p:cNvSpPr>
            <a:spLocks noGrp="1"/>
          </p:cNvSpPr>
          <p:nvPr>
            <p:ph type="sldNum" sz="quarter" idx="12"/>
          </p:nvPr>
        </p:nvSpPr>
        <p:spPr/>
        <p:txBody>
          <a:bodyPr/>
          <a:lstStyle/>
          <a:p>
            <a:fld id="{B6F15528-21DE-4FAA-801E-634DDDAF4B2B}" type="slidenum">
              <a:rPr lang="en-US" smtClean="0"/>
              <a:pPr/>
              <a:t>5</a:t>
            </a:fld>
            <a:endParaRPr lang="en-US" dirty="0"/>
          </a:p>
        </p:txBody>
      </p:sp>
    </p:spTree>
    <p:extLst>
      <p:ext uri="{BB962C8B-B14F-4D97-AF65-F5344CB8AC3E}">
        <p14:creationId xmlns:p14="http://schemas.microsoft.com/office/powerpoint/2010/main" val="1990015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D5108-7088-A0F0-D7D2-480C3EFAC1A6}"/>
              </a:ext>
            </a:extLst>
          </p:cNvPr>
          <p:cNvSpPr>
            <a:spLocks noGrp="1"/>
          </p:cNvSpPr>
          <p:nvPr>
            <p:ph type="title"/>
          </p:nvPr>
        </p:nvSpPr>
        <p:spPr>
          <a:xfrm>
            <a:off x="-990600" y="-229393"/>
            <a:ext cx="8229600" cy="1143000"/>
          </a:xfrm>
        </p:spPr>
        <p:txBody>
          <a:bodyPr/>
          <a:lstStyle/>
          <a:p>
            <a:r>
              <a:rPr lang="en-GB" dirty="0">
                <a:latin typeface="Arial" panose="020B0604020202020204" pitchFamily="34" charset="0"/>
                <a:cs typeface="Arial" panose="020B0604020202020204" pitchFamily="34" charset="0"/>
              </a:rPr>
              <a:t>Literature Review</a:t>
            </a:r>
            <a:endParaRPr lang="en-US"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3523282-1B6D-575B-467C-99263EEFA19F}"/>
              </a:ext>
            </a:extLst>
          </p:cNvPr>
          <p:cNvSpPr>
            <a:spLocks noGrp="1"/>
          </p:cNvSpPr>
          <p:nvPr>
            <p:ph idx="1"/>
          </p:nvPr>
        </p:nvSpPr>
        <p:spPr>
          <a:xfrm>
            <a:off x="457200" y="990600"/>
            <a:ext cx="8229600" cy="5365749"/>
          </a:xfrm>
        </p:spPr>
        <p:txBody>
          <a:bodyPr>
            <a:normAutofit/>
          </a:bodyPr>
          <a:lstStyle/>
          <a:p>
            <a:pPr marL="0" marR="290195" indent="0" algn="just">
              <a:lnSpc>
                <a:spcPct val="148000"/>
              </a:lnSpc>
              <a:spcAft>
                <a:spcPts val="1400"/>
              </a:spcAft>
              <a:buNone/>
            </a:pPr>
            <a:r>
              <a:rPr lang="en-US" sz="2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Power quality parameters such as voltage, power factor, and harmonics are crucial for ensuring the efficient operation of electrical grids. Monitoring and analyzing these parameters are essential for identifying issues and implementing effective solutions [1]. Recent advancements in power quality monitoring include the utilization of high-resolution power quality analyzers, smart grid technologies, and sophisticated software tools. These tools enable real-time data collection and analysis, allowing for the detection of transient events and long-term trends [2]. </a:t>
            </a:r>
          </a:p>
          <a:p>
            <a:pPr marL="0" indent="0" algn="just">
              <a:buNone/>
            </a:pPr>
            <a:endParaRPr lang="en-US" sz="20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0314EAC-4CEE-3A23-16A8-B2049874D0D8}"/>
              </a:ext>
            </a:extLst>
          </p:cNvPr>
          <p:cNvSpPr>
            <a:spLocks noGrp="1"/>
          </p:cNvSpPr>
          <p:nvPr>
            <p:ph type="sldNum" sz="quarter" idx="12"/>
          </p:nvPr>
        </p:nvSpPr>
        <p:spPr/>
        <p:txBody>
          <a:bodyPr/>
          <a:lstStyle/>
          <a:p>
            <a:fld id="{B6F15528-21DE-4FAA-801E-634DDDAF4B2B}" type="slidenum">
              <a:rPr lang="en-US" smtClean="0"/>
              <a:pPr/>
              <a:t>6</a:t>
            </a:fld>
            <a:endParaRPr lang="en-US" dirty="0"/>
          </a:p>
        </p:txBody>
      </p:sp>
    </p:spTree>
    <p:extLst>
      <p:ext uri="{BB962C8B-B14F-4D97-AF65-F5344CB8AC3E}">
        <p14:creationId xmlns:p14="http://schemas.microsoft.com/office/powerpoint/2010/main" val="3632502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FCD34-2B11-FB13-C7D5-F39280308ED9}"/>
              </a:ext>
            </a:extLst>
          </p:cNvPr>
          <p:cNvSpPr>
            <a:spLocks noGrp="1"/>
          </p:cNvSpPr>
          <p:nvPr>
            <p:ph type="title"/>
          </p:nvPr>
        </p:nvSpPr>
        <p:spPr>
          <a:xfrm>
            <a:off x="-1066800" y="-205947"/>
            <a:ext cx="8229600" cy="1143000"/>
          </a:xfrm>
        </p:spPr>
        <p:txBody>
          <a:bodyPr/>
          <a:lstStyle/>
          <a:p>
            <a:r>
              <a:rPr lang="en-GB" dirty="0">
                <a:latin typeface="Arial" panose="020B0604020202020204" pitchFamily="34" charset="0"/>
                <a:cs typeface="Arial" panose="020B0604020202020204" pitchFamily="34" charset="0"/>
              </a:rPr>
              <a:t>Literature Review</a:t>
            </a:r>
            <a:endParaRPr lang="en-US" dirty="0"/>
          </a:p>
        </p:txBody>
      </p:sp>
      <p:sp>
        <p:nvSpPr>
          <p:cNvPr id="3" name="Content Placeholder 2">
            <a:extLst>
              <a:ext uri="{FF2B5EF4-FFF2-40B4-BE49-F238E27FC236}">
                <a16:creationId xmlns:a16="http://schemas.microsoft.com/office/drawing/2014/main" id="{4F8057DB-7D11-141E-CBDD-300FFB6FAC98}"/>
              </a:ext>
            </a:extLst>
          </p:cNvPr>
          <p:cNvSpPr>
            <a:spLocks noGrp="1"/>
          </p:cNvSpPr>
          <p:nvPr>
            <p:ph idx="1"/>
          </p:nvPr>
        </p:nvSpPr>
        <p:spPr>
          <a:xfrm>
            <a:off x="457200" y="937053"/>
            <a:ext cx="8305800" cy="5616147"/>
          </a:xfrm>
        </p:spPr>
        <p:txBody>
          <a:bodyPr>
            <a:normAutofit/>
          </a:bodyPr>
          <a:lstStyle/>
          <a:p>
            <a:pPr marL="0" indent="0" algn="just">
              <a:buNone/>
            </a:pPr>
            <a:r>
              <a:rPr lang="en-US"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Various power quality improvement devices, including harmonic filters, power factor correction devices, and voltage regulators, play a vital role in enhancing grid reliability and efficiency [</a:t>
            </a:r>
            <a:r>
              <a:rPr lang="en-US" sz="2000" dirty="0">
                <a:solidFill>
                  <a:srgbClr val="000000"/>
                </a:solidFill>
                <a:latin typeface="Arial" panose="020B0604020202020204" pitchFamily="34" charset="0"/>
                <a:ea typeface="Times New Roman" panose="02020603050405020304" pitchFamily="18" charset="0"/>
                <a:cs typeface="Arial" panose="020B0604020202020204" pitchFamily="34" charset="0"/>
              </a:rPr>
              <a:t>3</a:t>
            </a:r>
            <a:r>
              <a:rPr lang="en-US"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p>
            <a:pPr marL="0" indent="0" algn="just">
              <a:buNone/>
            </a:pPr>
            <a:r>
              <a:rPr lang="en-US" sz="2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Monitoring and analyzing power quality parameters, including voltage, power factor, and harmonics, is vital for maintaining the efficiency and reliability of electrical grids. Advanced monitoring technologies and analytical methods facilitate the detection and mitigation of power quality issues [4]. </a:t>
            </a:r>
          </a:p>
          <a:p>
            <a:pPr marL="0" indent="0" algn="just">
              <a:buNone/>
            </a:pPr>
            <a:endParaRPr lang="en-US" sz="20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D83F49F-3503-DA9C-C907-BEEA47E97F0A}"/>
              </a:ext>
            </a:extLst>
          </p:cNvPr>
          <p:cNvSpPr>
            <a:spLocks noGrp="1"/>
          </p:cNvSpPr>
          <p:nvPr>
            <p:ph type="sldNum" sz="quarter" idx="12"/>
          </p:nvPr>
        </p:nvSpPr>
        <p:spPr/>
        <p:txBody>
          <a:bodyPr/>
          <a:lstStyle/>
          <a:p>
            <a:fld id="{B6F15528-21DE-4FAA-801E-634DDDAF4B2B}" type="slidenum">
              <a:rPr lang="en-US" smtClean="0"/>
              <a:pPr/>
              <a:t>7</a:t>
            </a:fld>
            <a:endParaRPr lang="en-US" dirty="0"/>
          </a:p>
        </p:txBody>
      </p:sp>
    </p:spTree>
    <p:extLst>
      <p:ext uri="{BB962C8B-B14F-4D97-AF65-F5344CB8AC3E}">
        <p14:creationId xmlns:p14="http://schemas.microsoft.com/office/powerpoint/2010/main" val="94342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half" idx="2"/>
          </p:nvPr>
        </p:nvSpPr>
        <p:spPr>
          <a:xfrm>
            <a:off x="228600" y="754687"/>
            <a:ext cx="8305800" cy="1074113"/>
          </a:xfrm>
        </p:spPr>
        <p:txBody>
          <a:bodyPr>
            <a:normAutofit/>
          </a:bodyPr>
          <a:lstStyle/>
          <a:p>
            <a:pPr marL="0" indent="0">
              <a:buNone/>
            </a:pPr>
            <a:endParaRPr lang="en-GB" dirty="0"/>
          </a:p>
          <a:p>
            <a:pPr marL="0" indent="0" algn="just">
              <a:buNone/>
            </a:pPr>
            <a:endParaRPr lang="en-US" sz="3400" b="1" dirty="0"/>
          </a:p>
        </p:txBody>
      </p:sp>
      <p:sp>
        <p:nvSpPr>
          <p:cNvPr id="5" name="Title 1"/>
          <p:cNvSpPr txBox="1">
            <a:spLocks/>
          </p:cNvSpPr>
          <p:nvPr/>
        </p:nvSpPr>
        <p:spPr>
          <a:xfrm>
            <a:off x="838200" y="11583"/>
            <a:ext cx="4953000" cy="914400"/>
          </a:xfrm>
          <a:prstGeom prst="rect">
            <a:avLst/>
          </a:prstGeom>
        </p:spPr>
        <p:txBody>
          <a:bodyPr vert="horz" anchor="t">
            <a:noAutofit/>
            <a:scene3d>
              <a:camera prst="orthographicFront"/>
              <a:lightRig rig="soft" dir="t"/>
            </a:scene3d>
            <a:sp3d prstMaterial="softEdge">
              <a:bevelT w="0" h="0"/>
            </a:sp3d>
          </a:bodyPr>
          <a:lstStyle>
            <a:lvl1pPr algn="r" rtl="0" eaLnBrk="1" latinLnBrk="0" hangingPunct="1">
              <a:spcBef>
                <a:spcPct val="0"/>
              </a:spcBef>
              <a:buNone/>
              <a:defRPr kumimoji="0" sz="2500" b="0" kern="1200">
                <a:solidFill>
                  <a:schemeClr val="accent1"/>
                </a:solidFill>
                <a:effectLst/>
                <a:latin typeface="+mj-lt"/>
                <a:ea typeface="+mj-ea"/>
                <a:cs typeface="+mj-cs"/>
              </a:defRPr>
            </a:lvl1pPr>
            <a:extLst/>
          </a:lstStyle>
          <a:p>
            <a:pPr algn="l"/>
            <a:r>
              <a:rPr lang="en-US" sz="4400" dirty="0">
                <a:solidFill>
                  <a:schemeClr val="tx1"/>
                </a:solidFill>
                <a:latin typeface="Arial" panose="020B0604020202020204" pitchFamily="34" charset="0"/>
                <a:ea typeface="+mn-ea"/>
                <a:cs typeface="Arial" panose="020B0604020202020204" pitchFamily="34" charset="0"/>
              </a:rPr>
              <a:t>Block Diagram:</a:t>
            </a:r>
          </a:p>
        </p:txBody>
      </p:sp>
      <p:sp>
        <p:nvSpPr>
          <p:cNvPr id="6" name="Slide Number Placeholder 1">
            <a:extLst>
              <a:ext uri="{FF2B5EF4-FFF2-40B4-BE49-F238E27FC236}">
                <a16:creationId xmlns:a16="http://schemas.microsoft.com/office/drawing/2014/main" id="{9F9FF80C-5B47-4773-A366-406BF2F1B803}"/>
              </a:ext>
            </a:extLst>
          </p:cNvPr>
          <p:cNvSpPr>
            <a:spLocks noGrp="1"/>
          </p:cNvSpPr>
          <p:nvPr>
            <p:ph type="sldNum" sz="quarter" idx="12"/>
          </p:nvPr>
        </p:nvSpPr>
        <p:spPr>
          <a:xfrm>
            <a:off x="4754879" y="6591920"/>
            <a:ext cx="365761" cy="246221"/>
          </a:xfrm>
        </p:spPr>
        <p:txBody>
          <a:bodyPr/>
          <a:lstStyle/>
          <a:p>
            <a:r>
              <a:rPr lang="en-US" dirty="0">
                <a:solidFill>
                  <a:schemeClr val="tx1"/>
                </a:solidFill>
              </a:rPr>
              <a:t>-</a:t>
            </a:r>
            <a:fld id="{FE943276-DE8D-4E39-AF56-92ECCC5D4DD5}" type="slidenum">
              <a:rPr lang="en-US" smtClean="0">
                <a:solidFill>
                  <a:schemeClr val="tx1"/>
                </a:solidFill>
              </a:rPr>
              <a:t>8</a:t>
            </a:fld>
            <a:r>
              <a:rPr lang="en-US" dirty="0">
                <a:solidFill>
                  <a:schemeClr val="tx1"/>
                </a:solidFill>
              </a:rPr>
              <a:t>-</a:t>
            </a:r>
          </a:p>
        </p:txBody>
      </p:sp>
      <p:sp>
        <p:nvSpPr>
          <p:cNvPr id="8" name="Rectangle 7">
            <a:extLst>
              <a:ext uri="{FF2B5EF4-FFF2-40B4-BE49-F238E27FC236}">
                <a16:creationId xmlns:a16="http://schemas.microsoft.com/office/drawing/2014/main" id="{8F2B1D09-A6E4-4D91-BF5F-3ED19EA1F34F}"/>
              </a:ext>
            </a:extLst>
          </p:cNvPr>
          <p:cNvSpPr/>
          <p:nvPr/>
        </p:nvSpPr>
        <p:spPr>
          <a:xfrm>
            <a:off x="4187664" y="2076942"/>
            <a:ext cx="1058092" cy="1528355"/>
          </a:xfrm>
          <a:prstGeom prst="rect">
            <a:avLst/>
          </a:prstGeom>
          <a:ln w="38100">
            <a:solidFill>
              <a:schemeClr val="tx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Arduino </a:t>
            </a:r>
          </a:p>
        </p:txBody>
      </p:sp>
      <p:sp>
        <p:nvSpPr>
          <p:cNvPr id="9" name="Rectangle 8">
            <a:extLst>
              <a:ext uri="{FF2B5EF4-FFF2-40B4-BE49-F238E27FC236}">
                <a16:creationId xmlns:a16="http://schemas.microsoft.com/office/drawing/2014/main" id="{7C548D1A-11D2-43A8-8A82-8757FF84E09D}"/>
              </a:ext>
            </a:extLst>
          </p:cNvPr>
          <p:cNvSpPr/>
          <p:nvPr/>
        </p:nvSpPr>
        <p:spPr>
          <a:xfrm>
            <a:off x="797852" y="2024691"/>
            <a:ext cx="1946366" cy="744583"/>
          </a:xfrm>
          <a:prstGeom prst="rect">
            <a:avLst/>
          </a:prstGeom>
          <a:ln w="38100">
            <a:solidFill>
              <a:schemeClr val="tx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Voltage sensor </a:t>
            </a:r>
          </a:p>
        </p:txBody>
      </p:sp>
      <p:sp>
        <p:nvSpPr>
          <p:cNvPr id="10" name="Rectangle 9">
            <a:extLst>
              <a:ext uri="{FF2B5EF4-FFF2-40B4-BE49-F238E27FC236}">
                <a16:creationId xmlns:a16="http://schemas.microsoft.com/office/drawing/2014/main" id="{A4D0483A-DEEB-4567-8C44-0C36B4940C51}"/>
              </a:ext>
            </a:extLst>
          </p:cNvPr>
          <p:cNvSpPr/>
          <p:nvPr/>
        </p:nvSpPr>
        <p:spPr>
          <a:xfrm>
            <a:off x="797852" y="2971748"/>
            <a:ext cx="1946366" cy="633549"/>
          </a:xfrm>
          <a:prstGeom prst="rect">
            <a:avLst/>
          </a:prstGeom>
          <a:ln w="38100">
            <a:solidFill>
              <a:schemeClr val="tx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 </a:t>
            </a:r>
            <a:r>
              <a:rPr lang="en-US" b="1" dirty="0"/>
              <a:t>Current sensor </a:t>
            </a:r>
          </a:p>
          <a:p>
            <a:pPr algn="ctr"/>
            <a:endParaRPr lang="en-US" b="1" dirty="0"/>
          </a:p>
        </p:txBody>
      </p:sp>
      <p:sp>
        <p:nvSpPr>
          <p:cNvPr id="11" name="Rectangle 10">
            <a:extLst>
              <a:ext uri="{FF2B5EF4-FFF2-40B4-BE49-F238E27FC236}">
                <a16:creationId xmlns:a16="http://schemas.microsoft.com/office/drawing/2014/main" id="{BDCD2341-8D09-4F99-8F94-075CADE9B8A7}"/>
              </a:ext>
            </a:extLst>
          </p:cNvPr>
          <p:cNvSpPr/>
          <p:nvPr/>
        </p:nvSpPr>
        <p:spPr>
          <a:xfrm>
            <a:off x="6689202" y="1776498"/>
            <a:ext cx="2076994" cy="862148"/>
          </a:xfrm>
          <a:prstGeom prst="rect">
            <a:avLst/>
          </a:prstGeom>
          <a:ln w="38100">
            <a:solidFill>
              <a:schemeClr val="tx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AC Voltage Stabilizer</a:t>
            </a:r>
          </a:p>
        </p:txBody>
      </p:sp>
      <p:sp>
        <p:nvSpPr>
          <p:cNvPr id="12" name="Rectangle 11">
            <a:extLst>
              <a:ext uri="{FF2B5EF4-FFF2-40B4-BE49-F238E27FC236}">
                <a16:creationId xmlns:a16="http://schemas.microsoft.com/office/drawing/2014/main" id="{DDB45501-BBA1-4A84-9EE2-76B484BC12BA}"/>
              </a:ext>
            </a:extLst>
          </p:cNvPr>
          <p:cNvSpPr/>
          <p:nvPr/>
        </p:nvSpPr>
        <p:spPr>
          <a:xfrm>
            <a:off x="6689202" y="3037063"/>
            <a:ext cx="2076994" cy="836023"/>
          </a:xfrm>
          <a:prstGeom prst="rect">
            <a:avLst/>
          </a:prstGeom>
          <a:ln w="38100">
            <a:solidFill>
              <a:schemeClr val="tx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Power factor correction</a:t>
            </a:r>
          </a:p>
        </p:txBody>
      </p:sp>
      <p:sp>
        <p:nvSpPr>
          <p:cNvPr id="13" name="Rectangle 12">
            <a:extLst>
              <a:ext uri="{FF2B5EF4-FFF2-40B4-BE49-F238E27FC236}">
                <a16:creationId xmlns:a16="http://schemas.microsoft.com/office/drawing/2014/main" id="{0FA10C35-6066-4675-A133-71D9950DAE47}"/>
              </a:ext>
            </a:extLst>
          </p:cNvPr>
          <p:cNvSpPr/>
          <p:nvPr/>
        </p:nvSpPr>
        <p:spPr>
          <a:xfrm>
            <a:off x="5318514" y="5222008"/>
            <a:ext cx="1370688" cy="822959"/>
          </a:xfrm>
          <a:prstGeom prst="rect">
            <a:avLst/>
          </a:prstGeom>
          <a:ln w="38100">
            <a:solidFill>
              <a:schemeClr val="tx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Cloud Monitoring</a:t>
            </a:r>
          </a:p>
        </p:txBody>
      </p:sp>
      <p:sp>
        <p:nvSpPr>
          <p:cNvPr id="14" name="Rectangle 13">
            <a:extLst>
              <a:ext uri="{FF2B5EF4-FFF2-40B4-BE49-F238E27FC236}">
                <a16:creationId xmlns:a16="http://schemas.microsoft.com/office/drawing/2014/main" id="{049823C3-2D6F-441E-BCB9-28995F15EF8A}"/>
              </a:ext>
            </a:extLst>
          </p:cNvPr>
          <p:cNvSpPr/>
          <p:nvPr/>
        </p:nvSpPr>
        <p:spPr>
          <a:xfrm>
            <a:off x="3157602" y="5218157"/>
            <a:ext cx="1357989" cy="836023"/>
          </a:xfrm>
          <a:prstGeom prst="rect">
            <a:avLst/>
          </a:prstGeom>
          <a:ln w="38100">
            <a:solidFill>
              <a:schemeClr val="tx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LCD display </a:t>
            </a:r>
          </a:p>
        </p:txBody>
      </p:sp>
      <p:cxnSp>
        <p:nvCxnSpPr>
          <p:cNvPr id="15" name="Elbow Connector 129">
            <a:extLst>
              <a:ext uri="{FF2B5EF4-FFF2-40B4-BE49-F238E27FC236}">
                <a16:creationId xmlns:a16="http://schemas.microsoft.com/office/drawing/2014/main" id="{43A75B8D-EEEF-413C-8AB9-F16DD0515172}"/>
              </a:ext>
            </a:extLst>
          </p:cNvPr>
          <p:cNvCxnSpPr>
            <a:stCxn id="10" idx="0"/>
            <a:endCxn id="9" idx="2"/>
          </p:cNvCxnSpPr>
          <p:nvPr/>
        </p:nvCxnSpPr>
        <p:spPr>
          <a:xfrm rot="5400000" flipH="1" flipV="1">
            <a:off x="1669798" y="2870511"/>
            <a:ext cx="202474" cy="12700"/>
          </a:xfrm>
          <a:prstGeom prst="bentConnector3">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Elbow Connector 131">
            <a:extLst>
              <a:ext uri="{FF2B5EF4-FFF2-40B4-BE49-F238E27FC236}">
                <a16:creationId xmlns:a16="http://schemas.microsoft.com/office/drawing/2014/main" id="{CC4E6A26-6246-4A1C-8107-CE34C617E660}"/>
              </a:ext>
            </a:extLst>
          </p:cNvPr>
          <p:cNvCxnSpPr>
            <a:cxnSpLocks/>
          </p:cNvCxnSpPr>
          <p:nvPr/>
        </p:nvCxnSpPr>
        <p:spPr>
          <a:xfrm rot="5400000" flipH="1" flipV="1">
            <a:off x="2927101" y="71794"/>
            <a:ext cx="796833" cy="3108962"/>
          </a:xfrm>
          <a:prstGeom prst="bentConnector2">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133">
            <a:extLst>
              <a:ext uri="{FF2B5EF4-FFF2-40B4-BE49-F238E27FC236}">
                <a16:creationId xmlns:a16="http://schemas.microsoft.com/office/drawing/2014/main" id="{D4F25574-EFBD-44CE-AAD8-6D1660A5BB19}"/>
              </a:ext>
            </a:extLst>
          </p:cNvPr>
          <p:cNvCxnSpPr>
            <a:endCxn id="11" idx="0"/>
          </p:cNvCxnSpPr>
          <p:nvPr/>
        </p:nvCxnSpPr>
        <p:spPr>
          <a:xfrm>
            <a:off x="4879997" y="1227858"/>
            <a:ext cx="2847702" cy="548640"/>
          </a:xfrm>
          <a:prstGeom prst="bentConnector2">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135">
            <a:extLst>
              <a:ext uri="{FF2B5EF4-FFF2-40B4-BE49-F238E27FC236}">
                <a16:creationId xmlns:a16="http://schemas.microsoft.com/office/drawing/2014/main" id="{C9F6802C-5D37-47ED-A98E-2746C269005C}"/>
              </a:ext>
            </a:extLst>
          </p:cNvPr>
          <p:cNvCxnSpPr>
            <a:stCxn id="11" idx="2"/>
            <a:endCxn id="12" idx="0"/>
          </p:cNvCxnSpPr>
          <p:nvPr/>
        </p:nvCxnSpPr>
        <p:spPr>
          <a:xfrm rot="5400000">
            <a:off x="7528491" y="2837854"/>
            <a:ext cx="398417" cy="12700"/>
          </a:xfrm>
          <a:prstGeom prst="bentConnector3">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37">
            <a:extLst>
              <a:ext uri="{FF2B5EF4-FFF2-40B4-BE49-F238E27FC236}">
                <a16:creationId xmlns:a16="http://schemas.microsoft.com/office/drawing/2014/main" id="{6500F056-7888-4C67-94AB-834D1DADFED9}"/>
              </a:ext>
            </a:extLst>
          </p:cNvPr>
          <p:cNvCxnSpPr>
            <a:cxnSpLocks/>
            <a:stCxn id="12" idx="2"/>
          </p:cNvCxnSpPr>
          <p:nvPr/>
        </p:nvCxnSpPr>
        <p:spPr>
          <a:xfrm rot="5400000">
            <a:off x="6844325" y="4750112"/>
            <a:ext cx="1760401" cy="6349"/>
          </a:xfrm>
          <a:prstGeom prst="bentConnector3">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39">
            <a:extLst>
              <a:ext uri="{FF2B5EF4-FFF2-40B4-BE49-F238E27FC236}">
                <a16:creationId xmlns:a16="http://schemas.microsoft.com/office/drawing/2014/main" id="{240DC94F-9A4D-4929-BCF2-429C5F60C21C}"/>
              </a:ext>
            </a:extLst>
          </p:cNvPr>
          <p:cNvCxnSpPr>
            <a:cxnSpLocks/>
          </p:cNvCxnSpPr>
          <p:nvPr/>
        </p:nvCxnSpPr>
        <p:spPr>
          <a:xfrm rot="5400000">
            <a:off x="3467070" y="3968517"/>
            <a:ext cx="1625516" cy="873763"/>
          </a:xfrm>
          <a:prstGeom prst="bentConnector3">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141">
            <a:extLst>
              <a:ext uri="{FF2B5EF4-FFF2-40B4-BE49-F238E27FC236}">
                <a16:creationId xmlns:a16="http://schemas.microsoft.com/office/drawing/2014/main" id="{EBFA21A1-8B7C-4E35-B1B2-04D488172663}"/>
              </a:ext>
            </a:extLst>
          </p:cNvPr>
          <p:cNvCxnSpPr>
            <a:stCxn id="9" idx="3"/>
            <a:endCxn id="8" idx="1"/>
          </p:cNvCxnSpPr>
          <p:nvPr/>
        </p:nvCxnSpPr>
        <p:spPr>
          <a:xfrm>
            <a:off x="2744218" y="2396983"/>
            <a:ext cx="1443446" cy="444137"/>
          </a:xfrm>
          <a:prstGeom prst="bentConnector3">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143">
            <a:extLst>
              <a:ext uri="{FF2B5EF4-FFF2-40B4-BE49-F238E27FC236}">
                <a16:creationId xmlns:a16="http://schemas.microsoft.com/office/drawing/2014/main" id="{6F9D028A-353D-4F4C-9325-1D6B07DB9395}"/>
              </a:ext>
            </a:extLst>
          </p:cNvPr>
          <p:cNvCxnSpPr>
            <a:cxnSpLocks/>
            <a:endCxn id="8" idx="1"/>
          </p:cNvCxnSpPr>
          <p:nvPr/>
        </p:nvCxnSpPr>
        <p:spPr>
          <a:xfrm flipV="1">
            <a:off x="2721358" y="2841120"/>
            <a:ext cx="1466306" cy="607424"/>
          </a:xfrm>
          <a:prstGeom prst="bentConnector3">
            <a:avLst>
              <a:gd name="adj1" fmla="val 50000"/>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147">
            <a:extLst>
              <a:ext uri="{FF2B5EF4-FFF2-40B4-BE49-F238E27FC236}">
                <a16:creationId xmlns:a16="http://schemas.microsoft.com/office/drawing/2014/main" id="{E7847815-B9BB-450B-A6E0-FA3D1757883A}"/>
              </a:ext>
            </a:extLst>
          </p:cNvPr>
          <p:cNvCxnSpPr>
            <a:stCxn id="8" idx="3"/>
            <a:endCxn id="11" idx="1"/>
          </p:cNvCxnSpPr>
          <p:nvPr/>
        </p:nvCxnSpPr>
        <p:spPr>
          <a:xfrm flipV="1">
            <a:off x="5245756" y="2207572"/>
            <a:ext cx="1443446" cy="633548"/>
          </a:xfrm>
          <a:prstGeom prst="bentConnector3">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Elbow Connector 155">
            <a:extLst>
              <a:ext uri="{FF2B5EF4-FFF2-40B4-BE49-F238E27FC236}">
                <a16:creationId xmlns:a16="http://schemas.microsoft.com/office/drawing/2014/main" id="{2B3687DE-E409-4A6F-AB22-F0C0BD78C889}"/>
              </a:ext>
            </a:extLst>
          </p:cNvPr>
          <p:cNvCxnSpPr>
            <a:stCxn id="8" idx="3"/>
            <a:endCxn id="12" idx="1"/>
          </p:cNvCxnSpPr>
          <p:nvPr/>
        </p:nvCxnSpPr>
        <p:spPr>
          <a:xfrm>
            <a:off x="5245756" y="2841120"/>
            <a:ext cx="1443446" cy="613955"/>
          </a:xfrm>
          <a:prstGeom prst="bentConnector3">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161">
            <a:extLst>
              <a:ext uri="{FF2B5EF4-FFF2-40B4-BE49-F238E27FC236}">
                <a16:creationId xmlns:a16="http://schemas.microsoft.com/office/drawing/2014/main" id="{65315A22-0E33-477A-ACDD-A962C603CDA9}"/>
              </a:ext>
            </a:extLst>
          </p:cNvPr>
          <p:cNvCxnSpPr>
            <a:cxnSpLocks/>
            <a:endCxn id="13" idx="0"/>
          </p:cNvCxnSpPr>
          <p:nvPr/>
        </p:nvCxnSpPr>
        <p:spPr>
          <a:xfrm>
            <a:off x="4725918" y="4405398"/>
            <a:ext cx="1277940" cy="816610"/>
          </a:xfrm>
          <a:prstGeom prst="bentConnector2">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Elbow Connector 167">
            <a:extLst>
              <a:ext uri="{FF2B5EF4-FFF2-40B4-BE49-F238E27FC236}">
                <a16:creationId xmlns:a16="http://schemas.microsoft.com/office/drawing/2014/main" id="{4D1BA24A-5031-467A-8157-D1F7CA2F4094}"/>
              </a:ext>
            </a:extLst>
          </p:cNvPr>
          <p:cNvCxnSpPr>
            <a:cxnSpLocks/>
          </p:cNvCxnSpPr>
          <p:nvPr/>
        </p:nvCxnSpPr>
        <p:spPr>
          <a:xfrm rot="5400000" flipH="1" flipV="1">
            <a:off x="709679" y="4660305"/>
            <a:ext cx="2116365" cy="6350"/>
          </a:xfrm>
          <a:prstGeom prst="bentConnector3">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2E416F07-58A0-4AA4-9AA7-F4889A791977}"/>
              </a:ext>
            </a:extLst>
          </p:cNvPr>
          <p:cNvSpPr txBox="1"/>
          <p:nvPr/>
        </p:nvSpPr>
        <p:spPr>
          <a:xfrm>
            <a:off x="7234758" y="5697504"/>
            <a:ext cx="973181" cy="369332"/>
          </a:xfrm>
          <a:prstGeom prst="rect">
            <a:avLst/>
          </a:prstGeom>
          <a:noFill/>
          <a:ln w="38100">
            <a:solidFill>
              <a:schemeClr val="tx1">
                <a:lumMod val="95000"/>
                <a:lumOff val="5000"/>
              </a:schemeClr>
            </a:solidFill>
          </a:ln>
        </p:spPr>
        <p:txBody>
          <a:bodyPr wrap="square" rtlCol="0">
            <a:spAutoFit/>
          </a:bodyPr>
          <a:lstStyle/>
          <a:p>
            <a:r>
              <a:rPr lang="en-US" b="1" dirty="0"/>
              <a:t>Load</a:t>
            </a:r>
          </a:p>
        </p:txBody>
      </p:sp>
      <p:sp>
        <p:nvSpPr>
          <p:cNvPr id="28" name="TextBox 27">
            <a:extLst>
              <a:ext uri="{FF2B5EF4-FFF2-40B4-BE49-F238E27FC236}">
                <a16:creationId xmlns:a16="http://schemas.microsoft.com/office/drawing/2014/main" id="{BB3C870A-D8B2-4B0C-A608-D8F099B14FD9}"/>
              </a:ext>
            </a:extLst>
          </p:cNvPr>
          <p:cNvSpPr txBox="1"/>
          <p:nvPr/>
        </p:nvSpPr>
        <p:spPr>
          <a:xfrm>
            <a:off x="1294241" y="5721662"/>
            <a:ext cx="1214846" cy="369332"/>
          </a:xfrm>
          <a:prstGeom prst="rect">
            <a:avLst/>
          </a:prstGeom>
          <a:noFill/>
          <a:ln w="38100">
            <a:solidFill>
              <a:schemeClr val="tx1">
                <a:lumMod val="95000"/>
                <a:lumOff val="5000"/>
              </a:schemeClr>
            </a:solidFill>
          </a:ln>
        </p:spPr>
        <p:txBody>
          <a:bodyPr wrap="square" rtlCol="0">
            <a:spAutoFit/>
          </a:bodyPr>
          <a:lstStyle/>
          <a:p>
            <a:r>
              <a:rPr lang="en-US" dirty="0"/>
              <a:t>AC 220V</a:t>
            </a:r>
          </a:p>
        </p:txBody>
      </p:sp>
      <p:sp>
        <p:nvSpPr>
          <p:cNvPr id="29" name="TextBox 28">
            <a:extLst>
              <a:ext uri="{FF2B5EF4-FFF2-40B4-BE49-F238E27FC236}">
                <a16:creationId xmlns:a16="http://schemas.microsoft.com/office/drawing/2014/main" id="{764626A7-7F9C-425F-80B1-E7E1A31E17B1}"/>
              </a:ext>
            </a:extLst>
          </p:cNvPr>
          <p:cNvSpPr txBox="1"/>
          <p:nvPr/>
        </p:nvSpPr>
        <p:spPr>
          <a:xfrm>
            <a:off x="3908900" y="1727206"/>
            <a:ext cx="1634037" cy="369332"/>
          </a:xfrm>
          <a:prstGeom prst="rect">
            <a:avLst/>
          </a:prstGeom>
          <a:noFill/>
        </p:spPr>
        <p:txBody>
          <a:bodyPr wrap="none" rtlCol="0">
            <a:spAutoFit/>
          </a:bodyPr>
          <a:lstStyle/>
          <a:p>
            <a:r>
              <a:rPr lang="en-US" dirty="0"/>
              <a:t>Main controller</a:t>
            </a:r>
          </a:p>
        </p:txBody>
      </p:sp>
    </p:spTree>
    <p:extLst>
      <p:ext uri="{BB962C8B-B14F-4D97-AF65-F5344CB8AC3E}">
        <p14:creationId xmlns:p14="http://schemas.microsoft.com/office/powerpoint/2010/main" val="1802793551"/>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FC1E2-FF39-2D4F-02AF-5A08D4FBD62B}"/>
              </a:ext>
            </a:extLst>
          </p:cNvPr>
          <p:cNvSpPr>
            <a:spLocks noGrp="1"/>
          </p:cNvSpPr>
          <p:nvPr>
            <p:ph type="title"/>
          </p:nvPr>
        </p:nvSpPr>
        <p:spPr>
          <a:xfrm>
            <a:off x="-304800" y="-118956"/>
            <a:ext cx="8229600" cy="1143000"/>
          </a:xfrm>
        </p:spPr>
        <p:txBody>
          <a:bodyPr>
            <a:normAutofit/>
          </a:bodyPr>
          <a:lstStyle/>
          <a:p>
            <a:r>
              <a:rPr lang="en-US" dirty="0">
                <a:latin typeface="Arial" panose="020B0604020202020204" pitchFamily="34" charset="0"/>
                <a:cs typeface="Arial" panose="020B0604020202020204" pitchFamily="34" charset="0"/>
              </a:rPr>
              <a:t>Hardware Components:</a:t>
            </a:r>
            <a:endParaRPr lang="en-GB"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48C5971-81F0-E106-15D8-B79647031309}"/>
              </a:ext>
            </a:extLst>
          </p:cNvPr>
          <p:cNvSpPr>
            <a:spLocks noGrp="1"/>
          </p:cNvSpPr>
          <p:nvPr>
            <p:ph idx="1"/>
          </p:nvPr>
        </p:nvSpPr>
        <p:spPr>
          <a:xfrm>
            <a:off x="457200" y="1166018"/>
            <a:ext cx="8229600" cy="4525963"/>
          </a:xfrm>
        </p:spPr>
        <p:txBody>
          <a:bodyPr>
            <a:normAutofit/>
          </a:bodyPr>
          <a:lstStyle/>
          <a:p>
            <a:pPr marL="0" indent="0">
              <a:buNone/>
            </a:pPr>
            <a:r>
              <a:rPr lang="en-US" sz="2400" b="1" dirty="0">
                <a:latin typeface="Arial" panose="020B0604020202020204" pitchFamily="34" charset="0"/>
                <a:cs typeface="Arial" panose="020B0604020202020204" pitchFamily="34" charset="0"/>
              </a:rPr>
              <a:t>LCD:</a:t>
            </a:r>
          </a:p>
          <a:p>
            <a:pPr algn="just"/>
            <a:r>
              <a:rPr lang="en-US" sz="2000" dirty="0">
                <a:latin typeface="Arial" panose="020B0604020202020204" pitchFamily="34" charset="0"/>
                <a:cs typeface="Arial" panose="020B0604020202020204" pitchFamily="34" charset="0"/>
              </a:rPr>
              <a:t>We use </a:t>
            </a:r>
            <a:r>
              <a:rPr lang="en-GB" sz="2000" b="0" i="0" dirty="0">
                <a:solidFill>
                  <a:srgbClr val="202124"/>
                </a:solidFill>
                <a:effectLst/>
                <a:latin typeface="Arial" panose="020B0604020202020204" pitchFamily="34" charset="0"/>
                <a:cs typeface="Arial" panose="020B0604020202020204" pitchFamily="34" charset="0"/>
              </a:rPr>
              <a:t>20x2 LCD.</a:t>
            </a:r>
            <a:r>
              <a:rPr lang="en-US" sz="2000" b="0" i="0" dirty="0">
                <a:solidFill>
                  <a:srgbClr val="202124"/>
                </a:solidFill>
                <a:effectLst/>
                <a:latin typeface="Arial" panose="020B0604020202020204" pitchFamily="34" charset="0"/>
                <a:cs typeface="Arial" panose="020B0604020202020204" pitchFamily="34" charset="0"/>
              </a:rPr>
              <a:t> </a:t>
            </a:r>
          </a:p>
          <a:p>
            <a:pPr algn="just"/>
            <a:r>
              <a:rPr lang="en-US" sz="2000" b="0" i="0" dirty="0">
                <a:solidFill>
                  <a:srgbClr val="202124"/>
                </a:solidFill>
                <a:effectLst/>
                <a:latin typeface="Arial" panose="020B0604020202020204" pitchFamily="34" charset="0"/>
                <a:cs typeface="Arial" panose="020B0604020202020204" pitchFamily="34" charset="0"/>
              </a:rPr>
              <a:t>A 20x2 LCD means </a:t>
            </a:r>
            <a:r>
              <a:rPr lang="en-US" sz="2000" i="0" dirty="0">
                <a:solidFill>
                  <a:srgbClr val="202124"/>
                </a:solidFill>
                <a:effectLst/>
                <a:latin typeface="Arial" panose="020B0604020202020204" pitchFamily="34" charset="0"/>
                <a:cs typeface="Arial" panose="020B0604020202020204" pitchFamily="34" charset="0"/>
              </a:rPr>
              <a:t>it can display 20 characters per line and there are 2 such lines.</a:t>
            </a:r>
          </a:p>
          <a:p>
            <a:pPr algn="just"/>
            <a:r>
              <a:rPr lang="en-US" sz="2000" i="0" dirty="0">
                <a:solidFill>
                  <a:srgbClr val="202124"/>
                </a:solidFill>
                <a:effectLst/>
                <a:latin typeface="Arial" panose="020B0604020202020204" pitchFamily="34" charset="0"/>
                <a:cs typeface="Arial" panose="020B0604020202020204" pitchFamily="34" charset="0"/>
              </a:rPr>
              <a:t> Black </a:t>
            </a:r>
            <a:r>
              <a:rPr lang="en-US" sz="2000" b="0" i="0" dirty="0">
                <a:solidFill>
                  <a:srgbClr val="202124"/>
                </a:solidFill>
                <a:effectLst/>
                <a:latin typeface="Arial" panose="020B0604020202020204" pitchFamily="34" charset="0"/>
                <a:cs typeface="Arial" panose="020B0604020202020204" pitchFamily="34" charset="0"/>
              </a:rPr>
              <a:t>text on green background. </a:t>
            </a:r>
          </a:p>
          <a:p>
            <a:pPr algn="just"/>
            <a:r>
              <a:rPr lang="en-US" sz="2000" b="0" i="0" dirty="0">
                <a:solidFill>
                  <a:srgbClr val="202124"/>
                </a:solidFill>
                <a:effectLst/>
                <a:latin typeface="Arial" panose="020B0604020202020204" pitchFamily="34" charset="0"/>
                <a:cs typeface="Arial" panose="020B0604020202020204" pitchFamily="34" charset="0"/>
              </a:rPr>
              <a:t>This LCD has two registers, namely, Command and Data. </a:t>
            </a:r>
          </a:p>
          <a:p>
            <a:pPr algn="just"/>
            <a:r>
              <a:rPr lang="en-US" sz="2000" b="0" i="0" dirty="0">
                <a:solidFill>
                  <a:srgbClr val="202124"/>
                </a:solidFill>
                <a:effectLst/>
                <a:latin typeface="Arial" panose="020B0604020202020204" pitchFamily="34" charset="0"/>
                <a:cs typeface="Arial" panose="020B0604020202020204" pitchFamily="34" charset="0"/>
              </a:rPr>
              <a:t>This is standard HD44780 controller LCD.</a:t>
            </a:r>
          </a:p>
          <a:p>
            <a:pPr marL="0" indent="0">
              <a:buNone/>
            </a:pPr>
            <a:endParaRPr lang="en-GB" sz="2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D6B1271-7A36-DAE9-3E29-C7C03FE68961}"/>
              </a:ext>
            </a:extLst>
          </p:cNvPr>
          <p:cNvSpPr>
            <a:spLocks noGrp="1"/>
          </p:cNvSpPr>
          <p:nvPr>
            <p:ph type="sldNum" sz="quarter" idx="12"/>
          </p:nvPr>
        </p:nvSpPr>
        <p:spPr/>
        <p:txBody>
          <a:bodyPr/>
          <a:lstStyle/>
          <a:p>
            <a:fld id="{B6F15528-21DE-4FAA-801E-634DDDAF4B2B}" type="slidenum">
              <a:rPr lang="en-US" smtClean="0"/>
              <a:pPr/>
              <a:t>9</a:t>
            </a:fld>
            <a:endParaRPr lang="en-US" dirty="0"/>
          </a:p>
        </p:txBody>
      </p:sp>
      <p:pic>
        <p:nvPicPr>
          <p:cNvPr id="8" name="Picture 7">
            <a:extLst>
              <a:ext uri="{FF2B5EF4-FFF2-40B4-BE49-F238E27FC236}">
                <a16:creationId xmlns:a16="http://schemas.microsoft.com/office/drawing/2014/main" id="{D73EB18E-36B5-356C-855E-9A2A88C94F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6159" y="4495800"/>
            <a:ext cx="5831682" cy="1632871"/>
          </a:xfrm>
          <a:prstGeom prst="rect">
            <a:avLst/>
          </a:prstGeom>
        </p:spPr>
      </p:pic>
    </p:spTree>
    <p:extLst>
      <p:ext uri="{BB962C8B-B14F-4D97-AF65-F5344CB8AC3E}">
        <p14:creationId xmlns:p14="http://schemas.microsoft.com/office/powerpoint/2010/main" val="4101921464"/>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CD104-21C4-4D29-9625-3175ECC0AD6A}"/>
              </a:ext>
            </a:extLst>
          </p:cNvPr>
          <p:cNvSpPr>
            <a:spLocks noGrp="1"/>
          </p:cNvSpPr>
          <p:nvPr>
            <p:ph type="title"/>
          </p:nvPr>
        </p:nvSpPr>
        <p:spPr>
          <a:xfrm>
            <a:off x="762000" y="-229393"/>
            <a:ext cx="8229600" cy="1143000"/>
          </a:xfrm>
        </p:spPr>
        <p:txBody>
          <a:bodyPr/>
          <a:lstStyle/>
          <a:p>
            <a:pPr algn="l"/>
            <a:r>
              <a:rPr lang="en-US" dirty="0">
                <a:latin typeface="Arial" panose="020B0604020202020204" pitchFamily="34" charset="0"/>
                <a:cs typeface="Arial" panose="020B0604020202020204" pitchFamily="34" charset="0"/>
              </a:rPr>
              <a:t>Hardware Components:</a:t>
            </a:r>
            <a:endParaRPr lang="en-US" dirty="0"/>
          </a:p>
        </p:txBody>
      </p:sp>
      <p:sp>
        <p:nvSpPr>
          <p:cNvPr id="3" name="Content Placeholder 2">
            <a:extLst>
              <a:ext uri="{FF2B5EF4-FFF2-40B4-BE49-F238E27FC236}">
                <a16:creationId xmlns:a16="http://schemas.microsoft.com/office/drawing/2014/main" id="{AEB8A0FB-9702-4730-9FAA-68E3E8EB2BA2}"/>
              </a:ext>
            </a:extLst>
          </p:cNvPr>
          <p:cNvSpPr>
            <a:spLocks noGrp="1"/>
          </p:cNvSpPr>
          <p:nvPr>
            <p:ph idx="1"/>
          </p:nvPr>
        </p:nvSpPr>
        <p:spPr>
          <a:xfrm>
            <a:off x="457200" y="965517"/>
            <a:ext cx="8229600" cy="4906963"/>
          </a:xfrm>
        </p:spPr>
        <p:txBody>
          <a:bodyPr/>
          <a:lstStyle/>
          <a:p>
            <a:pPr marL="0" lvl="0" indent="0">
              <a:buNone/>
            </a:pPr>
            <a:r>
              <a:rPr lang="en-US" dirty="0"/>
              <a:t>Current Sensor</a:t>
            </a:r>
          </a:p>
          <a:p>
            <a:pPr lvl="0"/>
            <a:r>
              <a:rPr lang="en-US" dirty="0"/>
              <a:t>Used to measure electric current.</a:t>
            </a:r>
          </a:p>
          <a:p>
            <a:pPr lvl="0"/>
            <a:r>
              <a:rPr lang="en-US" dirty="0"/>
              <a:t>Measurement of current ranges from picoamps to tens of thousands of amperes. </a:t>
            </a:r>
          </a:p>
          <a:p>
            <a:pPr marL="0" indent="0">
              <a:buNone/>
            </a:pPr>
            <a:endParaRPr lang="en-US" dirty="0"/>
          </a:p>
        </p:txBody>
      </p:sp>
      <p:sp>
        <p:nvSpPr>
          <p:cNvPr id="4" name="Slide Number Placeholder 3">
            <a:extLst>
              <a:ext uri="{FF2B5EF4-FFF2-40B4-BE49-F238E27FC236}">
                <a16:creationId xmlns:a16="http://schemas.microsoft.com/office/drawing/2014/main" id="{7AB47331-EAE9-4FD1-BE89-D8E3A3CE5207}"/>
              </a:ext>
            </a:extLst>
          </p:cNvPr>
          <p:cNvSpPr>
            <a:spLocks noGrp="1"/>
          </p:cNvSpPr>
          <p:nvPr>
            <p:ph type="sldNum" sz="quarter" idx="12"/>
          </p:nvPr>
        </p:nvSpPr>
        <p:spPr/>
        <p:txBody>
          <a:bodyPr/>
          <a:lstStyle/>
          <a:p>
            <a:fld id="{B6F15528-21DE-4FAA-801E-634DDDAF4B2B}" type="slidenum">
              <a:rPr lang="en-US" smtClean="0"/>
              <a:pPr/>
              <a:t>10</a:t>
            </a:fld>
            <a:endParaRPr lang="en-US" dirty="0"/>
          </a:p>
        </p:txBody>
      </p:sp>
      <p:pic>
        <p:nvPicPr>
          <p:cNvPr id="6" name="Picture 5">
            <a:extLst>
              <a:ext uri="{FF2B5EF4-FFF2-40B4-BE49-F238E27FC236}">
                <a16:creationId xmlns:a16="http://schemas.microsoft.com/office/drawing/2014/main" id="{4EFAE437-B0B7-4987-9D40-441E6E20ADB4}"/>
              </a:ext>
            </a:extLst>
          </p:cNvPr>
          <p:cNvPicPr>
            <a:picLocks noChangeAspect="1"/>
          </p:cNvPicPr>
          <p:nvPr/>
        </p:nvPicPr>
        <p:blipFill>
          <a:blip r:embed="rId2"/>
          <a:stretch>
            <a:fillRect/>
          </a:stretch>
        </p:blipFill>
        <p:spPr>
          <a:xfrm>
            <a:off x="2971800" y="3352165"/>
            <a:ext cx="3733800" cy="2762250"/>
          </a:xfrm>
          <a:prstGeom prst="rect">
            <a:avLst/>
          </a:prstGeom>
        </p:spPr>
      </p:pic>
    </p:spTree>
    <p:extLst>
      <p:ext uri="{BB962C8B-B14F-4D97-AF65-F5344CB8AC3E}">
        <p14:creationId xmlns:p14="http://schemas.microsoft.com/office/powerpoint/2010/main" val="2423580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CA2CE-BB31-FDF9-28CD-A1E00149EB68}"/>
              </a:ext>
            </a:extLst>
          </p:cNvPr>
          <p:cNvSpPr>
            <a:spLocks noGrp="1"/>
          </p:cNvSpPr>
          <p:nvPr>
            <p:ph type="title"/>
          </p:nvPr>
        </p:nvSpPr>
        <p:spPr>
          <a:xfrm>
            <a:off x="-381000" y="-69851"/>
            <a:ext cx="8229600" cy="1143000"/>
          </a:xfrm>
        </p:spPr>
        <p:txBody>
          <a:bodyPr/>
          <a:lstStyle/>
          <a:p>
            <a:r>
              <a:rPr lang="en-US" sz="4400" dirty="0">
                <a:latin typeface="Arial" panose="020B0604020202020204" pitchFamily="34" charset="0"/>
                <a:cs typeface="Arial" panose="020B0604020202020204" pitchFamily="34" charset="0"/>
              </a:rPr>
              <a:t> Hardware Components:</a:t>
            </a:r>
            <a:endParaRPr lang="en-GB" dirty="0"/>
          </a:p>
        </p:txBody>
      </p:sp>
      <p:sp>
        <p:nvSpPr>
          <p:cNvPr id="3" name="Content Placeholder 2">
            <a:extLst>
              <a:ext uri="{FF2B5EF4-FFF2-40B4-BE49-F238E27FC236}">
                <a16:creationId xmlns:a16="http://schemas.microsoft.com/office/drawing/2014/main" id="{587D426B-0495-0512-AEA5-58185849222D}"/>
              </a:ext>
            </a:extLst>
          </p:cNvPr>
          <p:cNvSpPr>
            <a:spLocks noGrp="1"/>
          </p:cNvSpPr>
          <p:nvPr>
            <p:ph idx="1"/>
          </p:nvPr>
        </p:nvSpPr>
        <p:spPr>
          <a:xfrm>
            <a:off x="0" y="838201"/>
            <a:ext cx="9144000" cy="3962399"/>
          </a:xfrm>
        </p:spPr>
        <p:txBody>
          <a:bodyPr>
            <a:normAutofit fontScale="70000" lnSpcReduction="20000"/>
          </a:bodyPr>
          <a:lstStyle/>
          <a:p>
            <a:pPr marL="0" marR="297815" indent="0" algn="just">
              <a:lnSpc>
                <a:spcPct val="107000"/>
              </a:lnSpc>
              <a:spcAft>
                <a:spcPts val="1890"/>
              </a:spcAft>
              <a:buNone/>
            </a:pPr>
            <a:r>
              <a:rPr lang="en-US" sz="34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Arduino  Nano</a:t>
            </a:r>
            <a:endParaRPr lang="en-US" sz="3400" b="1"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marR="297815">
              <a:spcAft>
                <a:spcPts val="1890"/>
              </a:spcAft>
            </a:pPr>
            <a:r>
              <a:rPr lang="en-US" sz="29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Microcontroller </a:t>
            </a:r>
          </a:p>
          <a:p>
            <a:pPr marR="297815">
              <a:spcAft>
                <a:spcPts val="1890"/>
              </a:spcAft>
            </a:pPr>
            <a:r>
              <a:rPr lang="en-US" sz="29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Open Source: Hardware and software are freely available. </a:t>
            </a:r>
          </a:p>
          <a:p>
            <a:pPr marR="297815">
              <a:spcAft>
                <a:spcPts val="1890"/>
              </a:spcAft>
            </a:pPr>
            <a:r>
              <a:rPr lang="en-US" sz="29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IO Pins: 14 digital, 6 analog input/output pins. </a:t>
            </a:r>
          </a:p>
          <a:p>
            <a:pPr marR="297815">
              <a:spcAft>
                <a:spcPts val="1890"/>
              </a:spcAft>
            </a:pPr>
            <a:r>
              <a:rPr lang="en-US" sz="29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Power Supply: USB or external power (5V). </a:t>
            </a:r>
          </a:p>
          <a:p>
            <a:pPr marR="297815">
              <a:spcAft>
                <a:spcPts val="1890"/>
              </a:spcAft>
            </a:pPr>
            <a:r>
              <a:rPr lang="en-US" sz="29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Programming: Arduino IDE, based on Wiring language. </a:t>
            </a:r>
          </a:p>
          <a:p>
            <a:pPr marR="297815">
              <a:spcAft>
                <a:spcPts val="1890"/>
              </a:spcAft>
            </a:pPr>
            <a:r>
              <a:rPr lang="en-US" sz="29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Community Support: Large and active user community. </a:t>
            </a:r>
          </a:p>
          <a:p>
            <a:pPr marL="0" indent="0" algn="just">
              <a:buNone/>
            </a:pPr>
            <a:endParaRPr lang="en-GB" sz="20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2331DDE-BCDE-440E-43D3-27EA0937AF95}"/>
              </a:ext>
            </a:extLst>
          </p:cNvPr>
          <p:cNvSpPr>
            <a:spLocks noGrp="1"/>
          </p:cNvSpPr>
          <p:nvPr>
            <p:ph type="sldNum" sz="quarter" idx="12"/>
          </p:nvPr>
        </p:nvSpPr>
        <p:spPr/>
        <p:txBody>
          <a:bodyPr/>
          <a:lstStyle/>
          <a:p>
            <a:fld id="{B6F15528-21DE-4FAA-801E-634DDDAF4B2B}" type="slidenum">
              <a:rPr lang="en-US" smtClean="0"/>
              <a:pPr/>
              <a:t>11</a:t>
            </a:fld>
            <a:endParaRPr lang="en-US" dirty="0"/>
          </a:p>
        </p:txBody>
      </p:sp>
      <p:pic>
        <p:nvPicPr>
          <p:cNvPr id="8" name="Picture 7">
            <a:extLst>
              <a:ext uri="{FF2B5EF4-FFF2-40B4-BE49-F238E27FC236}">
                <a16:creationId xmlns:a16="http://schemas.microsoft.com/office/drawing/2014/main" id="{3E35820B-834A-9884-0A52-F2C2A31D15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314878">
            <a:off x="2209800" y="4300537"/>
            <a:ext cx="5281613" cy="2238375"/>
          </a:xfrm>
          <a:prstGeom prst="rect">
            <a:avLst/>
          </a:prstGeom>
        </p:spPr>
      </p:pic>
    </p:spTree>
    <p:extLst>
      <p:ext uri="{BB962C8B-B14F-4D97-AF65-F5344CB8AC3E}">
        <p14:creationId xmlns:p14="http://schemas.microsoft.com/office/powerpoint/2010/main" val="257068335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57AC1-12CD-491A-46DC-3C09BEE5C619}"/>
              </a:ext>
            </a:extLst>
          </p:cNvPr>
          <p:cNvSpPr>
            <a:spLocks noGrp="1"/>
          </p:cNvSpPr>
          <p:nvPr>
            <p:ph type="title"/>
          </p:nvPr>
        </p:nvSpPr>
        <p:spPr>
          <a:xfrm>
            <a:off x="-304800" y="-46355"/>
            <a:ext cx="8229600" cy="1143000"/>
          </a:xfrm>
        </p:spPr>
        <p:txBody>
          <a:bodyPr/>
          <a:lstStyle/>
          <a:p>
            <a:r>
              <a:rPr lang="en-US" sz="4400" dirty="0">
                <a:latin typeface="Arial" panose="020B0604020202020204" pitchFamily="34" charset="0"/>
                <a:cs typeface="Arial" panose="020B0604020202020204" pitchFamily="34" charset="0"/>
              </a:rPr>
              <a:t>Hardware Components:</a:t>
            </a:r>
            <a:r>
              <a:rPr lang="en-US" dirty="0">
                <a:latin typeface="Arial" panose="020B0604020202020204" pitchFamily="34" charset="0"/>
                <a:cs typeface="Arial" panose="020B0604020202020204" pitchFamily="34" charset="0"/>
              </a:rPr>
              <a:t> </a:t>
            </a:r>
            <a:endParaRPr lang="en-GB" dirty="0">
              <a:latin typeface="Arial" panose="020B0604020202020204" pitchFamily="34" charset="0"/>
              <a:cs typeface="Arial" panose="020B0604020202020204" pitchFamily="34" charset="0"/>
            </a:endParaRPr>
          </a:p>
        </p:txBody>
      </p:sp>
      <p:sp>
        <p:nvSpPr>
          <p:cNvPr id="3" name="Text Placeholder 2">
            <a:extLst>
              <a:ext uri="{FF2B5EF4-FFF2-40B4-BE49-F238E27FC236}">
                <a16:creationId xmlns:a16="http://schemas.microsoft.com/office/drawing/2014/main" id="{6794275A-F025-1631-958E-2D3EDAF13D10}"/>
              </a:ext>
            </a:extLst>
          </p:cNvPr>
          <p:cNvSpPr>
            <a:spLocks noGrp="1"/>
          </p:cNvSpPr>
          <p:nvPr>
            <p:ph type="body" idx="1"/>
          </p:nvPr>
        </p:nvSpPr>
        <p:spPr/>
        <p:txBody>
          <a:bodyPr/>
          <a:lstStyle/>
          <a:p>
            <a:r>
              <a:rPr lang="en-US" dirty="0"/>
              <a:t> </a:t>
            </a:r>
            <a:endParaRPr lang="en-GB" dirty="0"/>
          </a:p>
        </p:txBody>
      </p:sp>
      <p:sp>
        <p:nvSpPr>
          <p:cNvPr id="4" name="Content Placeholder 3">
            <a:extLst>
              <a:ext uri="{FF2B5EF4-FFF2-40B4-BE49-F238E27FC236}">
                <a16:creationId xmlns:a16="http://schemas.microsoft.com/office/drawing/2014/main" id="{24C163D1-C7DD-6D28-8C02-03F17602432C}"/>
              </a:ext>
            </a:extLst>
          </p:cNvPr>
          <p:cNvSpPr>
            <a:spLocks noGrp="1"/>
          </p:cNvSpPr>
          <p:nvPr>
            <p:ph sz="half" idx="2"/>
          </p:nvPr>
        </p:nvSpPr>
        <p:spPr>
          <a:xfrm>
            <a:off x="309563" y="990600"/>
            <a:ext cx="4040188" cy="5365750"/>
          </a:xfrm>
        </p:spPr>
        <p:txBody>
          <a:bodyPr>
            <a:normAutofit/>
          </a:bodyPr>
          <a:lstStyle/>
          <a:p>
            <a:pPr marL="0" indent="0">
              <a:buNone/>
            </a:pPr>
            <a:r>
              <a:rPr lang="en-US" b="1" dirty="0">
                <a:latin typeface="Arial" panose="020B0604020202020204" pitchFamily="34" charset="0"/>
                <a:cs typeface="Arial" panose="020B0604020202020204" pitchFamily="34" charset="0"/>
              </a:rPr>
              <a:t>4 -Channel Relay Module:</a:t>
            </a:r>
          </a:p>
          <a:p>
            <a:r>
              <a:rPr lang="en-US" sz="2000" dirty="0">
                <a:latin typeface="Arial" panose="020B0604020202020204" pitchFamily="34" charset="0"/>
                <a:cs typeface="Arial" panose="020B0604020202020204" pitchFamily="34" charset="0"/>
              </a:rPr>
              <a:t>Interface via digital I/O pins </a:t>
            </a:r>
          </a:p>
          <a:p>
            <a:r>
              <a:rPr lang="en-US" sz="2000" dirty="0">
                <a:latin typeface="Arial" panose="020B0604020202020204" pitchFamily="34" charset="0"/>
                <a:cs typeface="Arial" panose="020B0604020202020204" pitchFamily="34" charset="0"/>
              </a:rPr>
              <a:t>LED working status indicator for each relay.</a:t>
            </a:r>
          </a:p>
          <a:p>
            <a:r>
              <a:rPr lang="en-US" sz="2000" dirty="0">
                <a:latin typeface="Arial" panose="020B0604020202020204" pitchFamily="34" charset="0"/>
                <a:cs typeface="Arial" panose="020B0604020202020204" pitchFamily="34" charset="0"/>
              </a:rPr>
              <a:t>High quality relay COM, NO(Normally Open) and NC(Normally Close) relay pins for each relay.</a:t>
            </a:r>
            <a:endParaRPr lang="en-GB" sz="2000" dirty="0">
              <a:latin typeface="Arial" panose="020B0604020202020204" pitchFamily="34" charset="0"/>
              <a:cs typeface="Arial" panose="020B0604020202020204" pitchFamily="34" charset="0"/>
            </a:endParaRPr>
          </a:p>
        </p:txBody>
      </p:sp>
      <p:sp>
        <p:nvSpPr>
          <p:cNvPr id="5" name="Text Placeholder 4">
            <a:extLst>
              <a:ext uri="{FF2B5EF4-FFF2-40B4-BE49-F238E27FC236}">
                <a16:creationId xmlns:a16="http://schemas.microsoft.com/office/drawing/2014/main" id="{0A523970-995A-ED38-AD86-712DA1957F6B}"/>
              </a:ext>
            </a:extLst>
          </p:cNvPr>
          <p:cNvSpPr>
            <a:spLocks noGrp="1"/>
          </p:cNvSpPr>
          <p:nvPr>
            <p:ph type="body" sz="quarter" idx="3"/>
          </p:nvPr>
        </p:nvSpPr>
        <p:spPr/>
        <p:txBody>
          <a:bodyPr/>
          <a:lstStyle/>
          <a:p>
            <a:r>
              <a:rPr lang="en-US" dirty="0"/>
              <a:t> </a:t>
            </a:r>
            <a:endParaRPr lang="en-GB" dirty="0"/>
          </a:p>
        </p:txBody>
      </p:sp>
      <p:sp>
        <p:nvSpPr>
          <p:cNvPr id="7" name="Slide Number Placeholder 6">
            <a:extLst>
              <a:ext uri="{FF2B5EF4-FFF2-40B4-BE49-F238E27FC236}">
                <a16:creationId xmlns:a16="http://schemas.microsoft.com/office/drawing/2014/main" id="{3436E5DE-FC66-5671-A136-638482596946}"/>
              </a:ext>
            </a:extLst>
          </p:cNvPr>
          <p:cNvSpPr>
            <a:spLocks noGrp="1"/>
          </p:cNvSpPr>
          <p:nvPr>
            <p:ph type="sldNum" sz="quarter" idx="12"/>
          </p:nvPr>
        </p:nvSpPr>
        <p:spPr/>
        <p:txBody>
          <a:bodyPr/>
          <a:lstStyle/>
          <a:p>
            <a:fld id="{B6F15528-21DE-4FAA-801E-634DDDAF4B2B}" type="slidenum">
              <a:rPr lang="en-US" smtClean="0"/>
              <a:pPr/>
              <a:t>12</a:t>
            </a:fld>
            <a:endParaRPr lang="en-US" dirty="0"/>
          </a:p>
        </p:txBody>
      </p:sp>
      <p:pic>
        <p:nvPicPr>
          <p:cNvPr id="11" name="Content Placeholder 10">
            <a:extLst>
              <a:ext uri="{FF2B5EF4-FFF2-40B4-BE49-F238E27FC236}">
                <a16:creationId xmlns:a16="http://schemas.microsoft.com/office/drawing/2014/main" id="{A3DCE55A-714F-E87D-7D48-1841F5A38182}"/>
              </a:ext>
            </a:extLst>
          </p:cNvPr>
          <p:cNvPicPr>
            <a:picLocks noGrp="1" noChangeAspect="1"/>
          </p:cNvPicPr>
          <p:nvPr>
            <p:ph sz="quarter" idx="4"/>
          </p:nvPr>
        </p:nvPicPr>
        <p:blipFill>
          <a:blip r:embed="rId2"/>
          <a:stretch>
            <a:fillRect/>
          </a:stretch>
        </p:blipFill>
        <p:spPr>
          <a:xfrm>
            <a:off x="4647370" y="1795238"/>
            <a:ext cx="4041775" cy="3756473"/>
          </a:xfrm>
        </p:spPr>
      </p:pic>
    </p:spTree>
    <p:extLst>
      <p:ext uri="{BB962C8B-B14F-4D97-AF65-F5344CB8AC3E}">
        <p14:creationId xmlns:p14="http://schemas.microsoft.com/office/powerpoint/2010/main" val="42558813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4B315-F783-4AEA-3E01-3AAD44B43A6C}"/>
              </a:ext>
            </a:extLst>
          </p:cNvPr>
          <p:cNvSpPr>
            <a:spLocks noGrp="1"/>
          </p:cNvSpPr>
          <p:nvPr>
            <p:ph type="title"/>
          </p:nvPr>
        </p:nvSpPr>
        <p:spPr>
          <a:xfrm>
            <a:off x="-381000" y="-69851"/>
            <a:ext cx="8229600" cy="1143000"/>
          </a:xfrm>
        </p:spPr>
        <p:txBody>
          <a:bodyPr/>
          <a:lstStyle/>
          <a:p>
            <a:r>
              <a:rPr lang="en-US" sz="4400" dirty="0">
                <a:latin typeface="Arial" panose="020B0604020202020204" pitchFamily="34" charset="0"/>
                <a:cs typeface="Arial" panose="020B0604020202020204" pitchFamily="34" charset="0"/>
              </a:rPr>
              <a:t>Hardware Components:</a:t>
            </a:r>
            <a:r>
              <a:rPr lang="en-US" dirty="0">
                <a:latin typeface="Arial" panose="020B0604020202020204" pitchFamily="34" charset="0"/>
                <a:cs typeface="Arial" panose="020B0604020202020204" pitchFamily="34" charset="0"/>
              </a:rPr>
              <a:t> </a:t>
            </a:r>
            <a:endParaRPr lang="en-GB"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29CC62A-DC9E-0A0A-E656-E8B3C7609021}"/>
              </a:ext>
            </a:extLst>
          </p:cNvPr>
          <p:cNvSpPr>
            <a:spLocks noGrp="1"/>
          </p:cNvSpPr>
          <p:nvPr>
            <p:ph idx="1"/>
          </p:nvPr>
        </p:nvSpPr>
        <p:spPr>
          <a:xfrm>
            <a:off x="457200" y="1166018"/>
            <a:ext cx="8229600" cy="4525963"/>
          </a:xfrm>
        </p:spPr>
        <p:txBody>
          <a:bodyPr/>
          <a:lstStyle/>
          <a:p>
            <a:pPr marL="0" indent="0">
              <a:buNone/>
            </a:pPr>
            <a:r>
              <a:rPr lang="en-US" sz="2400" b="1" dirty="0">
                <a:latin typeface="Arial" panose="020B0604020202020204" pitchFamily="34" charset="0"/>
                <a:cs typeface="Arial" panose="020B0604020202020204" pitchFamily="34" charset="0"/>
              </a:rPr>
              <a:t>Voltage Sensor:</a:t>
            </a:r>
          </a:p>
          <a:p>
            <a:r>
              <a:rPr lang="en-US" sz="2000" dirty="0">
                <a:latin typeface="Arial" panose="020B0604020202020204" pitchFamily="34" charset="0"/>
                <a:cs typeface="Arial" panose="020B0604020202020204" pitchFamily="34" charset="0"/>
              </a:rPr>
              <a:t>Voltage up to 250 volts can be measured </a:t>
            </a:r>
          </a:p>
          <a:p>
            <a:r>
              <a:rPr lang="en-US" sz="2000" dirty="0">
                <a:latin typeface="Arial" panose="020B0604020202020204" pitchFamily="34" charset="0"/>
                <a:cs typeface="Arial" panose="020B0604020202020204" pitchFamily="34" charset="0"/>
              </a:rPr>
              <a:t>Operating temperature: 40°C + 70°C 5.</a:t>
            </a:r>
          </a:p>
          <a:p>
            <a:r>
              <a:rPr lang="en-US" sz="2000" dirty="0">
                <a:latin typeface="Arial" panose="020B0604020202020204" pitchFamily="34" charset="0"/>
                <a:cs typeface="Arial" panose="020B0604020202020204" pitchFamily="34" charset="0"/>
              </a:rPr>
              <a:t>Supply voltage 5 volts to 30 volts </a:t>
            </a:r>
          </a:p>
          <a:p>
            <a:r>
              <a:rPr lang="en-US" sz="2000" dirty="0">
                <a:latin typeface="Arial" panose="020B0604020202020204" pitchFamily="34" charset="0"/>
                <a:cs typeface="Arial" panose="020B0604020202020204" pitchFamily="34" charset="0"/>
              </a:rPr>
              <a:t>Very efficient and accuracy</a:t>
            </a:r>
          </a:p>
          <a:p>
            <a:r>
              <a:rPr lang="en-US" sz="2000" dirty="0">
                <a:latin typeface="Arial" panose="020B0604020202020204" pitchFamily="34" charset="0"/>
                <a:cs typeface="Arial" panose="020B0604020202020204" pitchFamily="34" charset="0"/>
              </a:rPr>
              <a:t>Good consistency, for voltage and power measurement.</a:t>
            </a:r>
          </a:p>
          <a:p>
            <a:pPr marL="0" indent="0">
              <a:buNone/>
            </a:pPr>
            <a:endParaRPr lang="en-GB" sz="18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876883B-B149-8445-5093-063CD5B50A49}"/>
              </a:ext>
            </a:extLst>
          </p:cNvPr>
          <p:cNvSpPr>
            <a:spLocks noGrp="1"/>
          </p:cNvSpPr>
          <p:nvPr>
            <p:ph type="sldNum" sz="quarter" idx="12"/>
          </p:nvPr>
        </p:nvSpPr>
        <p:spPr/>
        <p:txBody>
          <a:bodyPr/>
          <a:lstStyle/>
          <a:p>
            <a:fld id="{B6F15528-21DE-4FAA-801E-634DDDAF4B2B}" type="slidenum">
              <a:rPr lang="en-US" smtClean="0"/>
              <a:pPr/>
              <a:t>13</a:t>
            </a:fld>
            <a:endParaRPr lang="en-US" dirty="0"/>
          </a:p>
        </p:txBody>
      </p:sp>
      <p:pic>
        <p:nvPicPr>
          <p:cNvPr id="6" name="Picture 5">
            <a:extLst>
              <a:ext uri="{FF2B5EF4-FFF2-40B4-BE49-F238E27FC236}">
                <a16:creationId xmlns:a16="http://schemas.microsoft.com/office/drawing/2014/main" id="{FC47ED17-8DB2-CFFC-9177-5F34F17E05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400" y="3429000"/>
            <a:ext cx="3681984" cy="2927350"/>
          </a:xfrm>
          <a:prstGeom prst="rect">
            <a:avLst/>
          </a:prstGeom>
        </p:spPr>
      </p:pic>
    </p:spTree>
    <p:extLst>
      <p:ext uri="{BB962C8B-B14F-4D97-AF65-F5344CB8AC3E}">
        <p14:creationId xmlns:p14="http://schemas.microsoft.com/office/powerpoint/2010/main" val="42914649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072C5-380D-4225-B862-71A4D0564F45}"/>
              </a:ext>
            </a:extLst>
          </p:cNvPr>
          <p:cNvSpPr>
            <a:spLocks noGrp="1"/>
          </p:cNvSpPr>
          <p:nvPr>
            <p:ph type="title"/>
          </p:nvPr>
        </p:nvSpPr>
        <p:spPr>
          <a:xfrm>
            <a:off x="762000" y="92075"/>
            <a:ext cx="8153400" cy="639762"/>
          </a:xfrm>
        </p:spPr>
        <p:txBody>
          <a:bodyPr>
            <a:normAutofit fontScale="90000"/>
          </a:bodyPr>
          <a:lstStyle/>
          <a:p>
            <a:pPr algn="l"/>
            <a:r>
              <a:rPr lang="en-US" dirty="0">
                <a:latin typeface="Arial" panose="020B0604020202020204" pitchFamily="34" charset="0"/>
                <a:cs typeface="Arial" panose="020B0604020202020204" pitchFamily="34" charset="0"/>
              </a:rPr>
              <a:t>Hardware Components:</a:t>
            </a:r>
            <a:endParaRPr lang="en-US" dirty="0"/>
          </a:p>
        </p:txBody>
      </p:sp>
      <p:sp>
        <p:nvSpPr>
          <p:cNvPr id="3" name="Content Placeholder 2">
            <a:extLst>
              <a:ext uri="{FF2B5EF4-FFF2-40B4-BE49-F238E27FC236}">
                <a16:creationId xmlns:a16="http://schemas.microsoft.com/office/drawing/2014/main" id="{B2466C61-7EFB-43F1-93C3-A78F44D3E76D}"/>
              </a:ext>
            </a:extLst>
          </p:cNvPr>
          <p:cNvSpPr>
            <a:spLocks noGrp="1"/>
          </p:cNvSpPr>
          <p:nvPr>
            <p:ph idx="1"/>
          </p:nvPr>
        </p:nvSpPr>
        <p:spPr>
          <a:xfrm>
            <a:off x="436098" y="1110224"/>
            <a:ext cx="8229600" cy="4525963"/>
          </a:xfrm>
        </p:spPr>
        <p:txBody>
          <a:bodyPr/>
          <a:lstStyle/>
          <a:p>
            <a:pPr marL="0" indent="0" algn="just">
              <a:buNone/>
            </a:pPr>
            <a:r>
              <a:rPr lang="en-US" sz="2000" dirty="0"/>
              <a:t>ESP32 </a:t>
            </a:r>
          </a:p>
          <a:p>
            <a:pPr algn="just"/>
            <a:r>
              <a:rPr lang="en-US" sz="2000" dirty="0"/>
              <a:t>ESP32 is a chip that provides Wi-Fi and (in some models) Bluetooth connectivity for embedded devices – in other words, for IoT devices. </a:t>
            </a:r>
          </a:p>
          <a:p>
            <a:pPr algn="just"/>
            <a:r>
              <a:rPr lang="en-US" sz="2000" dirty="0"/>
              <a:t>While ESP32 is technically just the chip, the modules and development boards that contain this chip are often also referred to as “ESP32” by the manufacturer.</a:t>
            </a:r>
            <a:r>
              <a:rPr lang="en-US" sz="2000" b="1" dirty="0"/>
              <a:t> </a:t>
            </a:r>
          </a:p>
          <a:p>
            <a:pPr marL="0" indent="0" algn="just">
              <a:buNone/>
            </a:pPr>
            <a:endParaRPr lang="en-US" sz="2000" dirty="0"/>
          </a:p>
          <a:p>
            <a:endParaRPr lang="en-US" dirty="0"/>
          </a:p>
        </p:txBody>
      </p:sp>
      <p:sp>
        <p:nvSpPr>
          <p:cNvPr id="4" name="Slide Number Placeholder 3">
            <a:extLst>
              <a:ext uri="{FF2B5EF4-FFF2-40B4-BE49-F238E27FC236}">
                <a16:creationId xmlns:a16="http://schemas.microsoft.com/office/drawing/2014/main" id="{49095D64-C296-4082-B451-83ECDC8BBE21}"/>
              </a:ext>
            </a:extLst>
          </p:cNvPr>
          <p:cNvSpPr>
            <a:spLocks noGrp="1"/>
          </p:cNvSpPr>
          <p:nvPr>
            <p:ph type="sldNum" sz="quarter" idx="12"/>
          </p:nvPr>
        </p:nvSpPr>
        <p:spPr/>
        <p:txBody>
          <a:bodyPr/>
          <a:lstStyle/>
          <a:p>
            <a:fld id="{B6F15528-21DE-4FAA-801E-634DDDAF4B2B}" type="slidenum">
              <a:rPr lang="en-US" smtClean="0"/>
              <a:pPr/>
              <a:t>14</a:t>
            </a:fld>
            <a:endParaRPr lang="en-US" dirty="0"/>
          </a:p>
        </p:txBody>
      </p:sp>
      <p:pic>
        <p:nvPicPr>
          <p:cNvPr id="5" name="Picture 4">
            <a:extLst>
              <a:ext uri="{FF2B5EF4-FFF2-40B4-BE49-F238E27FC236}">
                <a16:creationId xmlns:a16="http://schemas.microsoft.com/office/drawing/2014/main" id="{890C40D4-8A28-4463-ADCC-C985DE87C5CF}"/>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476500" y="3836218"/>
            <a:ext cx="4191000" cy="2104231"/>
          </a:xfrm>
          <a:prstGeom prst="rect">
            <a:avLst/>
          </a:prstGeom>
        </p:spPr>
      </p:pic>
    </p:spTree>
    <p:extLst>
      <p:ext uri="{BB962C8B-B14F-4D97-AF65-F5344CB8AC3E}">
        <p14:creationId xmlns:p14="http://schemas.microsoft.com/office/powerpoint/2010/main" val="3465717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6B19A-3978-4EAF-A73C-C8AA23E28015}"/>
              </a:ext>
            </a:extLst>
          </p:cNvPr>
          <p:cNvSpPr>
            <a:spLocks noGrp="1"/>
          </p:cNvSpPr>
          <p:nvPr>
            <p:ph type="title"/>
          </p:nvPr>
        </p:nvSpPr>
        <p:spPr>
          <a:xfrm>
            <a:off x="762000" y="136526"/>
            <a:ext cx="7467600" cy="595312"/>
          </a:xfrm>
        </p:spPr>
        <p:txBody>
          <a:bodyPr>
            <a:normAutofit fontScale="90000"/>
          </a:bodyPr>
          <a:lstStyle/>
          <a:p>
            <a:pPr algn="l"/>
            <a:r>
              <a:rPr lang="en-US" dirty="0">
                <a:latin typeface="Arial" panose="020B0604020202020204" pitchFamily="34" charset="0"/>
                <a:cs typeface="Arial" panose="020B0604020202020204" pitchFamily="34" charset="0"/>
              </a:rPr>
              <a:t>Hardware Components:</a:t>
            </a:r>
            <a:endParaRPr lang="en-US" dirty="0"/>
          </a:p>
        </p:txBody>
      </p:sp>
      <p:sp>
        <p:nvSpPr>
          <p:cNvPr id="3" name="Content Placeholder 2">
            <a:extLst>
              <a:ext uri="{FF2B5EF4-FFF2-40B4-BE49-F238E27FC236}">
                <a16:creationId xmlns:a16="http://schemas.microsoft.com/office/drawing/2014/main" id="{BD0EBDD1-FE70-4C3D-98A0-95B9C7569BD3}"/>
              </a:ext>
            </a:extLst>
          </p:cNvPr>
          <p:cNvSpPr>
            <a:spLocks noGrp="1"/>
          </p:cNvSpPr>
          <p:nvPr>
            <p:ph idx="1"/>
          </p:nvPr>
        </p:nvSpPr>
        <p:spPr>
          <a:xfrm>
            <a:off x="457200" y="972576"/>
            <a:ext cx="8229600" cy="4525963"/>
          </a:xfrm>
        </p:spPr>
        <p:txBody>
          <a:bodyPr>
            <a:normAutofit/>
          </a:bodyPr>
          <a:lstStyle/>
          <a:p>
            <a:pPr marL="0" indent="0">
              <a:buNone/>
            </a:pPr>
            <a:r>
              <a:rPr lang="en-US" sz="2400" dirty="0"/>
              <a:t>Capacitors </a:t>
            </a:r>
          </a:p>
          <a:p>
            <a:r>
              <a:rPr lang="en-US" sz="2400" dirty="0"/>
              <a:t>Capacitors contained in most power factor correction equipment draw current that leads the voltage. </a:t>
            </a:r>
          </a:p>
          <a:p>
            <a:r>
              <a:rPr lang="en-US" sz="2400" dirty="0"/>
              <a:t>Producing a leading power factor. </a:t>
            </a:r>
          </a:p>
          <a:p>
            <a:r>
              <a:rPr lang="en-US" sz="2400" dirty="0"/>
              <a:t>If capacitors are connected to a circuit that operates at a nominally lagging power factor.</a:t>
            </a:r>
          </a:p>
          <a:p>
            <a:endParaRPr lang="en-US" sz="2400" dirty="0"/>
          </a:p>
        </p:txBody>
      </p:sp>
      <p:sp>
        <p:nvSpPr>
          <p:cNvPr id="4" name="Slide Number Placeholder 3">
            <a:extLst>
              <a:ext uri="{FF2B5EF4-FFF2-40B4-BE49-F238E27FC236}">
                <a16:creationId xmlns:a16="http://schemas.microsoft.com/office/drawing/2014/main" id="{72175FBC-5F1C-4A5C-8189-40B38F8655EC}"/>
              </a:ext>
            </a:extLst>
          </p:cNvPr>
          <p:cNvSpPr>
            <a:spLocks noGrp="1"/>
          </p:cNvSpPr>
          <p:nvPr>
            <p:ph type="sldNum" sz="quarter" idx="12"/>
          </p:nvPr>
        </p:nvSpPr>
        <p:spPr/>
        <p:txBody>
          <a:bodyPr/>
          <a:lstStyle/>
          <a:p>
            <a:fld id="{B6F15528-21DE-4FAA-801E-634DDDAF4B2B}" type="slidenum">
              <a:rPr lang="en-US" smtClean="0"/>
              <a:pPr/>
              <a:t>15</a:t>
            </a:fld>
            <a:endParaRPr lang="en-US" dirty="0"/>
          </a:p>
        </p:txBody>
      </p:sp>
      <p:pic>
        <p:nvPicPr>
          <p:cNvPr id="5" name="Picture 4">
            <a:extLst>
              <a:ext uri="{FF2B5EF4-FFF2-40B4-BE49-F238E27FC236}">
                <a16:creationId xmlns:a16="http://schemas.microsoft.com/office/drawing/2014/main" id="{935B88F2-B215-4B15-ADC1-DAE135895773}"/>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133600" y="4114800"/>
            <a:ext cx="5181600" cy="2011363"/>
          </a:xfrm>
          <a:prstGeom prst="rect">
            <a:avLst/>
          </a:prstGeom>
        </p:spPr>
      </p:pic>
    </p:spTree>
    <p:extLst>
      <p:ext uri="{BB962C8B-B14F-4D97-AF65-F5344CB8AC3E}">
        <p14:creationId xmlns:p14="http://schemas.microsoft.com/office/powerpoint/2010/main" val="1634384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3CE9A-AB3A-4151-ACA0-F9C715EE0EE5}"/>
              </a:ext>
            </a:extLst>
          </p:cNvPr>
          <p:cNvSpPr>
            <a:spLocks noGrp="1"/>
          </p:cNvSpPr>
          <p:nvPr>
            <p:ph type="title"/>
          </p:nvPr>
        </p:nvSpPr>
        <p:spPr>
          <a:xfrm>
            <a:off x="838200" y="136525"/>
            <a:ext cx="7848600" cy="595312"/>
          </a:xfrm>
        </p:spPr>
        <p:txBody>
          <a:bodyPr>
            <a:normAutofit fontScale="90000"/>
          </a:bodyPr>
          <a:lstStyle/>
          <a:p>
            <a:pPr algn="l"/>
            <a:r>
              <a:rPr lang="en-US" dirty="0">
                <a:latin typeface="Arial" panose="020B0604020202020204" pitchFamily="34" charset="0"/>
                <a:cs typeface="Arial" panose="020B0604020202020204" pitchFamily="34" charset="0"/>
              </a:rPr>
              <a:t>Hardware Components:</a:t>
            </a:r>
            <a:endParaRPr lang="en-US" dirty="0"/>
          </a:p>
        </p:txBody>
      </p:sp>
      <p:sp>
        <p:nvSpPr>
          <p:cNvPr id="3" name="Content Placeholder 2">
            <a:extLst>
              <a:ext uri="{FF2B5EF4-FFF2-40B4-BE49-F238E27FC236}">
                <a16:creationId xmlns:a16="http://schemas.microsoft.com/office/drawing/2014/main" id="{866092E7-8FBF-4C66-A8C4-0FDB8D13DC45}"/>
              </a:ext>
            </a:extLst>
          </p:cNvPr>
          <p:cNvSpPr>
            <a:spLocks noGrp="1"/>
          </p:cNvSpPr>
          <p:nvPr>
            <p:ph idx="1"/>
          </p:nvPr>
        </p:nvSpPr>
        <p:spPr>
          <a:xfrm>
            <a:off x="304800" y="1029506"/>
            <a:ext cx="8229600" cy="5447494"/>
          </a:xfrm>
        </p:spPr>
        <p:txBody>
          <a:bodyPr>
            <a:normAutofit/>
          </a:bodyPr>
          <a:lstStyle/>
          <a:p>
            <a:pPr marL="0" indent="0">
              <a:buNone/>
            </a:pPr>
            <a:r>
              <a:rPr lang="en-US" sz="2400" dirty="0"/>
              <a:t>Motor Load</a:t>
            </a:r>
          </a:p>
          <a:p>
            <a:r>
              <a:rPr lang="en-US" sz="2200" dirty="0"/>
              <a:t>When AC motors handle variable loads, their power factor changes, typically being lower at light loads and higher at full loads. </a:t>
            </a:r>
          </a:p>
          <a:p>
            <a:r>
              <a:rPr lang="en-US" sz="2200" dirty="0"/>
              <a:t>Variable Frequency Drives (VFDs) help maintain a better power factor by adjusting the motor's speed and torque. </a:t>
            </a:r>
          </a:p>
          <a:p>
            <a:r>
              <a:rPr lang="en-US" sz="2200" dirty="0"/>
              <a:t>This improves energy efficiency and reduces operational costs in applications with fluctuating load demands. </a:t>
            </a:r>
          </a:p>
          <a:p>
            <a:r>
              <a:rPr lang="en-US" sz="2200" dirty="0"/>
              <a:t>Efficient power factor management is crucial for optimizing motor performance and longevity.</a:t>
            </a:r>
          </a:p>
          <a:p>
            <a:endParaRPr lang="en-US" dirty="0"/>
          </a:p>
        </p:txBody>
      </p:sp>
      <p:sp>
        <p:nvSpPr>
          <p:cNvPr id="4" name="Slide Number Placeholder 3">
            <a:extLst>
              <a:ext uri="{FF2B5EF4-FFF2-40B4-BE49-F238E27FC236}">
                <a16:creationId xmlns:a16="http://schemas.microsoft.com/office/drawing/2014/main" id="{5473D8A8-04B2-4F87-9C9C-A55F316A6854}"/>
              </a:ext>
            </a:extLst>
          </p:cNvPr>
          <p:cNvSpPr>
            <a:spLocks noGrp="1"/>
          </p:cNvSpPr>
          <p:nvPr>
            <p:ph type="sldNum" sz="quarter" idx="12"/>
          </p:nvPr>
        </p:nvSpPr>
        <p:spPr/>
        <p:txBody>
          <a:bodyPr/>
          <a:lstStyle/>
          <a:p>
            <a:fld id="{B6F15528-21DE-4FAA-801E-634DDDAF4B2B}" type="slidenum">
              <a:rPr lang="en-US" smtClean="0"/>
              <a:pPr/>
              <a:t>16</a:t>
            </a:fld>
            <a:endParaRPr lang="en-US" dirty="0"/>
          </a:p>
        </p:txBody>
      </p:sp>
      <p:pic>
        <p:nvPicPr>
          <p:cNvPr id="5" name="Picture 4">
            <a:extLst>
              <a:ext uri="{FF2B5EF4-FFF2-40B4-BE49-F238E27FC236}">
                <a16:creationId xmlns:a16="http://schemas.microsoft.com/office/drawing/2014/main" id="{127F26CC-2BDB-4A04-9EF1-FCC9CEB90330}"/>
              </a:ext>
            </a:extLst>
          </p:cNvPr>
          <p:cNvPicPr/>
          <p:nvPr/>
        </p:nvPicPr>
        <p:blipFill>
          <a:blip r:embed="rId2">
            <a:extLst>
              <a:ext uri="{BEBA8EAE-BF5A-486C-A8C5-ECC9F3942E4B}">
                <a14:imgProps xmlns:a14="http://schemas.microsoft.com/office/drawing/2010/main">
                  <a14:imgLayer r:embed="rId3">
                    <a14:imgEffect>
                      <a14:sharpenSoften amount="50000"/>
                    </a14:imgEffect>
                    <a14:imgEffect>
                      <a14:saturation sat="400000"/>
                    </a14:imgEffect>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2922563" y="4036793"/>
            <a:ext cx="3810000" cy="2333625"/>
          </a:xfrm>
          <a:prstGeom prst="rect">
            <a:avLst/>
          </a:prstGeom>
        </p:spPr>
      </p:pic>
    </p:spTree>
    <p:extLst>
      <p:ext uri="{BB962C8B-B14F-4D97-AF65-F5344CB8AC3E}">
        <p14:creationId xmlns:p14="http://schemas.microsoft.com/office/powerpoint/2010/main" val="992082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500083-5148-4C7C-9A2E-03EDCC256044}"/>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7A9B64C8-9B98-4151-9153-1D75A2782C80}"/>
              </a:ext>
            </a:extLst>
          </p:cNvPr>
          <p:cNvSpPr>
            <a:spLocks noGrp="1"/>
          </p:cNvSpPr>
          <p:nvPr>
            <p:ph type="sldNum" sz="quarter" idx="12"/>
          </p:nvPr>
        </p:nvSpPr>
        <p:spPr/>
        <p:txBody>
          <a:bodyPr/>
          <a:lstStyle/>
          <a:p>
            <a:fld id="{B6F15528-21DE-4FAA-801E-634DDDAF4B2B}" type="slidenum">
              <a:rPr lang="en-US" smtClean="0"/>
              <a:pPr/>
              <a:t>17</a:t>
            </a:fld>
            <a:endParaRPr lang="en-US" dirty="0"/>
          </a:p>
        </p:txBody>
      </p:sp>
      <p:sp>
        <p:nvSpPr>
          <p:cNvPr id="5" name="Title 1">
            <a:extLst>
              <a:ext uri="{FF2B5EF4-FFF2-40B4-BE49-F238E27FC236}">
                <a16:creationId xmlns:a16="http://schemas.microsoft.com/office/drawing/2014/main" id="{25A99D4E-D7E4-4B85-8339-385C815167C6}"/>
              </a:ext>
            </a:extLst>
          </p:cNvPr>
          <p:cNvSpPr txBox="1">
            <a:spLocks/>
          </p:cNvSpPr>
          <p:nvPr/>
        </p:nvSpPr>
        <p:spPr>
          <a:xfrm>
            <a:off x="212271" y="92076"/>
            <a:ext cx="4354286" cy="1053269"/>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a:solidFill>
                  <a:schemeClr val="tx2">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Mapping to SDGs</a:t>
            </a:r>
            <a:br>
              <a:rPr lang="en-US" dirty="0">
                <a:solidFill>
                  <a:schemeClr val="tx2">
                    <a:lumMod val="50000"/>
                  </a:schemeClr>
                </a:solidFill>
                <a:effectLst>
                  <a:outerShdw blurRad="38100" dist="38100" dir="2700000" algn="tl">
                    <a:srgbClr val="000000">
                      <a:alpha val="43137"/>
                    </a:srgbClr>
                  </a:outerShdw>
                </a:effectLst>
                <a:latin typeface="Cambria" pitchFamily="18" charset="0"/>
              </a:rPr>
            </a:br>
            <a:endParaRPr lang="en-US" dirty="0"/>
          </a:p>
        </p:txBody>
      </p:sp>
      <p:graphicFrame>
        <p:nvGraphicFramePr>
          <p:cNvPr id="6" name="Content Placeholder 6">
            <a:extLst>
              <a:ext uri="{FF2B5EF4-FFF2-40B4-BE49-F238E27FC236}">
                <a16:creationId xmlns:a16="http://schemas.microsoft.com/office/drawing/2014/main" id="{07FB761B-C087-4C43-8354-C1C672BBBD39}"/>
              </a:ext>
            </a:extLst>
          </p:cNvPr>
          <p:cNvGraphicFramePr>
            <a:graphicFrameLocks/>
          </p:cNvGraphicFramePr>
          <p:nvPr>
            <p:extLst>
              <p:ext uri="{D42A27DB-BD31-4B8C-83A1-F6EECF244321}">
                <p14:modId xmlns:p14="http://schemas.microsoft.com/office/powerpoint/2010/main" val="293535219"/>
              </p:ext>
            </p:extLst>
          </p:nvPr>
        </p:nvGraphicFramePr>
        <p:xfrm>
          <a:off x="380999" y="1562245"/>
          <a:ext cx="8371115" cy="4814131"/>
        </p:xfrm>
        <a:graphic>
          <a:graphicData uri="http://schemas.openxmlformats.org/drawingml/2006/table">
            <a:tbl>
              <a:tblPr firstRow="1" firstCol="1" bandRow="1">
                <a:tableStyleId>{5C22544A-7EE6-4342-B048-85BDC9FD1C3A}</a:tableStyleId>
              </a:tblPr>
              <a:tblGrid>
                <a:gridCol w="757430">
                  <a:extLst>
                    <a:ext uri="{9D8B030D-6E8A-4147-A177-3AD203B41FA5}">
                      <a16:colId xmlns:a16="http://schemas.microsoft.com/office/drawing/2014/main" val="3734566395"/>
                    </a:ext>
                  </a:extLst>
                </a:gridCol>
                <a:gridCol w="2073170">
                  <a:extLst>
                    <a:ext uri="{9D8B030D-6E8A-4147-A177-3AD203B41FA5}">
                      <a16:colId xmlns:a16="http://schemas.microsoft.com/office/drawing/2014/main" val="2897663782"/>
                    </a:ext>
                  </a:extLst>
                </a:gridCol>
                <a:gridCol w="2380776">
                  <a:extLst>
                    <a:ext uri="{9D8B030D-6E8A-4147-A177-3AD203B41FA5}">
                      <a16:colId xmlns:a16="http://schemas.microsoft.com/office/drawing/2014/main" val="1965030307"/>
                    </a:ext>
                  </a:extLst>
                </a:gridCol>
                <a:gridCol w="3159739">
                  <a:extLst>
                    <a:ext uri="{9D8B030D-6E8A-4147-A177-3AD203B41FA5}">
                      <a16:colId xmlns:a16="http://schemas.microsoft.com/office/drawing/2014/main" val="3644775408"/>
                    </a:ext>
                  </a:extLst>
                </a:gridCol>
              </a:tblGrid>
              <a:tr h="220540">
                <a:tc>
                  <a:txBody>
                    <a:bodyPr/>
                    <a:lstStyle/>
                    <a:p>
                      <a:pPr marL="0" marR="0">
                        <a:spcBef>
                          <a:spcPts val="0"/>
                        </a:spcBef>
                        <a:spcAft>
                          <a:spcPts val="0"/>
                        </a:spcAft>
                      </a:pPr>
                      <a:r>
                        <a:rPr lang="en-US" sz="1100">
                          <a:effectLst/>
                        </a:rPr>
                        <a:t>Goal No.</a:t>
                      </a:r>
                      <a:endParaRPr lang="en-US" sz="1100">
                        <a:effectLst/>
                        <a:latin typeface="Times New Roman" panose="02020603050405020304" pitchFamily="18" charset="0"/>
                        <a:ea typeface="Times New Roman" panose="02020603050405020304" pitchFamily="18" charset="0"/>
                      </a:endParaRPr>
                    </a:p>
                  </a:txBody>
                  <a:tcPr marL="43038" marR="43038" marT="0" marB="0" anchor="ctr"/>
                </a:tc>
                <a:tc>
                  <a:txBody>
                    <a:bodyPr/>
                    <a:lstStyle/>
                    <a:p>
                      <a:pPr marL="0" marR="0">
                        <a:spcBef>
                          <a:spcPts val="0"/>
                        </a:spcBef>
                        <a:spcAft>
                          <a:spcPts val="0"/>
                        </a:spcAft>
                      </a:pPr>
                      <a:r>
                        <a:rPr lang="en-US" sz="1100" dirty="0">
                          <a:effectLst/>
                        </a:rPr>
                        <a:t>Statement</a:t>
                      </a:r>
                      <a:endParaRPr lang="en-US" sz="1100" dirty="0">
                        <a:effectLst/>
                        <a:latin typeface="Times New Roman" panose="02020603050405020304" pitchFamily="18" charset="0"/>
                        <a:ea typeface="Times New Roman" panose="02020603050405020304" pitchFamily="18" charset="0"/>
                      </a:endParaRPr>
                    </a:p>
                  </a:txBody>
                  <a:tcPr marL="43038" marR="43038" marT="0" marB="0" anchor="ctr"/>
                </a:tc>
                <a:tc>
                  <a:txBody>
                    <a:bodyPr/>
                    <a:lstStyle/>
                    <a:p>
                      <a:pPr marL="0" marR="0">
                        <a:spcBef>
                          <a:spcPts val="0"/>
                        </a:spcBef>
                        <a:spcAft>
                          <a:spcPts val="0"/>
                        </a:spcAft>
                      </a:pPr>
                      <a:r>
                        <a:rPr lang="en-US" sz="1100" dirty="0">
                          <a:effectLst/>
                        </a:rPr>
                        <a:t>Description</a:t>
                      </a:r>
                      <a:endParaRPr lang="en-US" sz="1100" dirty="0">
                        <a:effectLst/>
                        <a:latin typeface="Times New Roman" panose="02020603050405020304" pitchFamily="18" charset="0"/>
                        <a:ea typeface="Times New Roman" panose="02020603050405020304" pitchFamily="18" charset="0"/>
                      </a:endParaRPr>
                    </a:p>
                  </a:txBody>
                  <a:tcPr marL="43038" marR="43038" marT="0" marB="0" anchor="ctr"/>
                </a:tc>
                <a:tc>
                  <a:txBody>
                    <a:bodyPr/>
                    <a:lstStyle/>
                    <a:p>
                      <a:pPr marL="0" marR="0">
                        <a:spcBef>
                          <a:spcPts val="0"/>
                        </a:spcBef>
                        <a:spcAft>
                          <a:spcPts val="0"/>
                        </a:spcAft>
                      </a:pPr>
                      <a:r>
                        <a:rPr lang="en-US" sz="1100">
                          <a:effectLst/>
                        </a:rPr>
                        <a:t>Justification</a:t>
                      </a:r>
                      <a:endParaRPr lang="en-US" sz="1100">
                        <a:effectLst/>
                        <a:latin typeface="Times New Roman" panose="02020603050405020304" pitchFamily="18" charset="0"/>
                        <a:ea typeface="Times New Roman" panose="02020603050405020304" pitchFamily="18" charset="0"/>
                      </a:endParaRPr>
                    </a:p>
                  </a:txBody>
                  <a:tcPr marL="43038" marR="43038" marT="0" marB="0" anchor="ctr"/>
                </a:tc>
                <a:extLst>
                  <a:ext uri="{0D108BD9-81ED-4DB2-BD59-A6C34878D82A}">
                    <a16:rowId xmlns:a16="http://schemas.microsoft.com/office/drawing/2014/main" val="1878327169"/>
                  </a:ext>
                </a:extLst>
              </a:tr>
              <a:tr h="934207">
                <a:tc>
                  <a:txBody>
                    <a:bodyPr/>
                    <a:lstStyle/>
                    <a:p>
                      <a:pPr marL="0" marR="0" algn="just">
                        <a:spcBef>
                          <a:spcPts val="0"/>
                        </a:spcBef>
                        <a:spcAft>
                          <a:spcPts val="0"/>
                        </a:spcAft>
                      </a:pPr>
                      <a:r>
                        <a:rPr lang="en-US" sz="1100">
                          <a:effectLst/>
                        </a:rPr>
                        <a:t>7</a:t>
                      </a:r>
                      <a:endParaRPr lang="en-US" sz="1100">
                        <a:effectLst/>
                        <a:latin typeface="Times New Roman" panose="02020603050405020304" pitchFamily="18" charset="0"/>
                        <a:ea typeface="Times New Roman" panose="02020603050405020304" pitchFamily="18" charset="0"/>
                      </a:endParaRPr>
                    </a:p>
                  </a:txBody>
                  <a:tcPr marL="43038" marR="43038" marT="0" marB="0" anchor="ctr"/>
                </a:tc>
                <a:tc>
                  <a:txBody>
                    <a:bodyPr/>
                    <a:lstStyle/>
                    <a:p>
                      <a:pPr marL="0" marR="0" algn="just">
                        <a:spcBef>
                          <a:spcPts val="0"/>
                        </a:spcBef>
                        <a:spcAft>
                          <a:spcPts val="0"/>
                        </a:spcAft>
                      </a:pPr>
                      <a:r>
                        <a:rPr lang="en-US" sz="1100" dirty="0">
                          <a:effectLst/>
                        </a:rPr>
                        <a:t>Affordable and Clean Energy</a:t>
                      </a:r>
                      <a:endParaRPr lang="en-US" sz="1100" dirty="0">
                        <a:effectLst/>
                        <a:latin typeface="Times New Roman" panose="02020603050405020304" pitchFamily="18" charset="0"/>
                        <a:ea typeface="Times New Roman" panose="02020603050405020304" pitchFamily="18" charset="0"/>
                      </a:endParaRPr>
                    </a:p>
                  </a:txBody>
                  <a:tcPr marL="43038" marR="43038" marT="0" marB="0" anchor="ctr"/>
                </a:tc>
                <a:tc>
                  <a:txBody>
                    <a:bodyPr/>
                    <a:lstStyle/>
                    <a:p>
                      <a:pPr marL="0" marR="0" algn="just">
                        <a:spcBef>
                          <a:spcPts val="0"/>
                        </a:spcBef>
                        <a:spcAft>
                          <a:spcPts val="0"/>
                        </a:spcAft>
                      </a:pPr>
                      <a:r>
                        <a:rPr lang="en-US" sz="1100" dirty="0">
                          <a:effectLst/>
                        </a:rPr>
                        <a:t>Ensure access to affordable, reliable, sustainable, and modern energy for all.</a:t>
                      </a:r>
                      <a:endParaRPr lang="en-US" sz="1100" dirty="0">
                        <a:effectLst/>
                        <a:latin typeface="Times New Roman" panose="02020603050405020304" pitchFamily="18" charset="0"/>
                        <a:ea typeface="Times New Roman" panose="02020603050405020304" pitchFamily="18" charset="0"/>
                      </a:endParaRPr>
                    </a:p>
                  </a:txBody>
                  <a:tcPr marL="43038" marR="43038" marT="0" marB="0" anchor="ctr"/>
                </a:tc>
                <a:tc>
                  <a:txBody>
                    <a:bodyPr/>
                    <a:lstStyle/>
                    <a:p>
                      <a:pPr marL="0" marR="0" algn="just">
                        <a:spcBef>
                          <a:spcPts val="0"/>
                        </a:spcBef>
                        <a:spcAft>
                          <a:spcPts val="0"/>
                        </a:spcAft>
                      </a:pPr>
                      <a:r>
                        <a:rPr lang="en-US" sz="1100">
                          <a:effectLst/>
                        </a:rPr>
                        <a:t>System can help identify areas where energy efficiency can be improved, reduce energy losses, and optimize the use of renewable energy sources, ultimately leading to more affordable and clean energy for all.</a:t>
                      </a:r>
                      <a:endParaRPr lang="en-US" sz="1100">
                        <a:effectLst/>
                        <a:latin typeface="Times New Roman" panose="02020603050405020304" pitchFamily="18" charset="0"/>
                        <a:ea typeface="Times New Roman" panose="02020603050405020304" pitchFamily="18" charset="0"/>
                      </a:endParaRPr>
                    </a:p>
                  </a:txBody>
                  <a:tcPr marL="43038" marR="43038" marT="0" marB="0"/>
                </a:tc>
                <a:extLst>
                  <a:ext uri="{0D108BD9-81ED-4DB2-BD59-A6C34878D82A}">
                    <a16:rowId xmlns:a16="http://schemas.microsoft.com/office/drawing/2014/main" val="3354787510"/>
                  </a:ext>
                </a:extLst>
              </a:tr>
              <a:tr h="841043">
                <a:tc>
                  <a:txBody>
                    <a:bodyPr/>
                    <a:lstStyle/>
                    <a:p>
                      <a:pPr marL="0" marR="0" algn="just">
                        <a:spcBef>
                          <a:spcPts val="0"/>
                        </a:spcBef>
                        <a:spcAft>
                          <a:spcPts val="0"/>
                        </a:spcAft>
                      </a:pPr>
                      <a:r>
                        <a:rPr lang="en-US" sz="1100" dirty="0">
                          <a:effectLst/>
                        </a:rPr>
                        <a:t>9</a:t>
                      </a:r>
                      <a:endParaRPr lang="en-US" sz="1100" dirty="0">
                        <a:effectLst/>
                        <a:latin typeface="Times New Roman" panose="02020603050405020304" pitchFamily="18" charset="0"/>
                        <a:ea typeface="Times New Roman" panose="02020603050405020304" pitchFamily="18" charset="0"/>
                      </a:endParaRPr>
                    </a:p>
                  </a:txBody>
                  <a:tcPr marL="43038" marR="43038" marT="0" marB="0" anchor="ctr"/>
                </a:tc>
                <a:tc>
                  <a:txBody>
                    <a:bodyPr/>
                    <a:lstStyle/>
                    <a:p>
                      <a:pPr marL="0" marR="0" algn="just">
                        <a:spcBef>
                          <a:spcPts val="0"/>
                        </a:spcBef>
                        <a:spcAft>
                          <a:spcPts val="0"/>
                        </a:spcAft>
                      </a:pPr>
                      <a:r>
                        <a:rPr lang="en-US" sz="1100" dirty="0">
                          <a:effectLst/>
                        </a:rPr>
                        <a:t>Industry, Innovation and Infrastructure</a:t>
                      </a:r>
                      <a:endParaRPr lang="en-US" sz="1100" dirty="0">
                        <a:effectLst/>
                        <a:latin typeface="Times New Roman" panose="02020603050405020304" pitchFamily="18" charset="0"/>
                        <a:ea typeface="Times New Roman" panose="02020603050405020304" pitchFamily="18" charset="0"/>
                      </a:endParaRPr>
                    </a:p>
                  </a:txBody>
                  <a:tcPr marL="43038" marR="43038" marT="0" marB="0" anchor="ctr"/>
                </a:tc>
                <a:tc>
                  <a:txBody>
                    <a:bodyPr/>
                    <a:lstStyle/>
                    <a:p>
                      <a:pPr marL="0" marR="0" algn="just">
                        <a:spcBef>
                          <a:spcPts val="0"/>
                        </a:spcBef>
                        <a:spcAft>
                          <a:spcPts val="0"/>
                        </a:spcAft>
                      </a:pPr>
                      <a:r>
                        <a:rPr lang="en-US" sz="1100" dirty="0">
                          <a:effectLst/>
                        </a:rPr>
                        <a:t>Build resilient infrastructure, promote inclusive and sustainable industrialization, and foster innovation.</a:t>
                      </a:r>
                      <a:endParaRPr lang="en-US" sz="1100" dirty="0">
                        <a:effectLst/>
                        <a:latin typeface="Times New Roman" panose="02020603050405020304" pitchFamily="18" charset="0"/>
                        <a:ea typeface="Times New Roman" panose="02020603050405020304" pitchFamily="18" charset="0"/>
                      </a:endParaRPr>
                    </a:p>
                  </a:txBody>
                  <a:tcPr marL="43038" marR="43038" marT="0" marB="0" anchor="ctr"/>
                </a:tc>
                <a:tc>
                  <a:txBody>
                    <a:bodyPr/>
                    <a:lstStyle/>
                    <a:p>
                      <a:pPr marL="0" marR="0" algn="just">
                        <a:spcBef>
                          <a:spcPts val="0"/>
                        </a:spcBef>
                        <a:spcAft>
                          <a:spcPts val="0"/>
                        </a:spcAft>
                      </a:pPr>
                      <a:r>
                        <a:rPr lang="en-US" sz="1100" dirty="0">
                          <a:effectLst/>
                        </a:rPr>
                        <a:t>It can help identify areas where infrastructure improvements are needed, optimize the use of existing infrastructure, and support the development of innovative solutions that improve the resilience and sustainability of infrastructure.</a:t>
                      </a:r>
                      <a:endParaRPr lang="en-US" sz="1100" dirty="0">
                        <a:effectLst/>
                        <a:latin typeface="Times New Roman" panose="02020603050405020304" pitchFamily="18" charset="0"/>
                        <a:ea typeface="Times New Roman" panose="02020603050405020304" pitchFamily="18" charset="0"/>
                      </a:endParaRPr>
                    </a:p>
                  </a:txBody>
                  <a:tcPr marL="43038" marR="43038" marT="0" marB="0"/>
                </a:tc>
                <a:extLst>
                  <a:ext uri="{0D108BD9-81ED-4DB2-BD59-A6C34878D82A}">
                    <a16:rowId xmlns:a16="http://schemas.microsoft.com/office/drawing/2014/main" val="3858651852"/>
                  </a:ext>
                </a:extLst>
              </a:tr>
              <a:tr h="415204">
                <a:tc>
                  <a:txBody>
                    <a:bodyPr/>
                    <a:lstStyle/>
                    <a:p>
                      <a:pPr marL="0" marR="0" algn="just">
                        <a:spcBef>
                          <a:spcPts val="0"/>
                        </a:spcBef>
                        <a:spcAft>
                          <a:spcPts val="0"/>
                        </a:spcAft>
                      </a:pPr>
                      <a:r>
                        <a:rPr lang="en-US" sz="1100">
                          <a:effectLst/>
                        </a:rPr>
                        <a:t> 11</a:t>
                      </a:r>
                      <a:endParaRPr lang="en-US" sz="1100">
                        <a:effectLst/>
                        <a:latin typeface="Times New Roman" panose="02020603050405020304" pitchFamily="18" charset="0"/>
                        <a:ea typeface="Times New Roman" panose="02020603050405020304" pitchFamily="18" charset="0"/>
                      </a:endParaRPr>
                    </a:p>
                  </a:txBody>
                  <a:tcPr marL="43038" marR="43038" marT="0" marB="0" anchor="ctr"/>
                </a:tc>
                <a:tc>
                  <a:txBody>
                    <a:bodyPr/>
                    <a:lstStyle/>
                    <a:p>
                      <a:pPr marL="0" marR="0" algn="just">
                        <a:spcBef>
                          <a:spcPts val="0"/>
                        </a:spcBef>
                        <a:spcAft>
                          <a:spcPts val="0"/>
                        </a:spcAft>
                      </a:pPr>
                      <a:r>
                        <a:rPr lang="en-US" sz="1100">
                          <a:effectLst/>
                        </a:rPr>
                        <a:t>Sustainable Cities and Communities</a:t>
                      </a:r>
                      <a:endParaRPr lang="en-US" sz="1100">
                        <a:effectLst/>
                        <a:latin typeface="Times New Roman" panose="02020603050405020304" pitchFamily="18" charset="0"/>
                        <a:ea typeface="Times New Roman" panose="02020603050405020304" pitchFamily="18" charset="0"/>
                      </a:endParaRPr>
                    </a:p>
                  </a:txBody>
                  <a:tcPr marL="43038" marR="43038" marT="0" marB="0" anchor="ctr"/>
                </a:tc>
                <a:tc>
                  <a:txBody>
                    <a:bodyPr/>
                    <a:lstStyle/>
                    <a:p>
                      <a:pPr marL="0" marR="0" algn="just">
                        <a:spcBef>
                          <a:spcPts val="0"/>
                        </a:spcBef>
                        <a:spcAft>
                          <a:spcPts val="0"/>
                        </a:spcAft>
                      </a:pPr>
                      <a:r>
                        <a:rPr lang="en-US" sz="1100">
                          <a:effectLst/>
                        </a:rPr>
                        <a:t>Make cities and human settlements inclusive, safe, resilient and sustainable.</a:t>
                      </a:r>
                      <a:endParaRPr lang="en-US" sz="1100">
                        <a:effectLst/>
                        <a:latin typeface="Times New Roman" panose="02020603050405020304" pitchFamily="18" charset="0"/>
                        <a:ea typeface="Times New Roman" panose="02020603050405020304" pitchFamily="18" charset="0"/>
                      </a:endParaRPr>
                    </a:p>
                  </a:txBody>
                  <a:tcPr marL="43038" marR="43038" marT="0" marB="0" anchor="ctr"/>
                </a:tc>
                <a:tc>
                  <a:txBody>
                    <a:bodyPr/>
                    <a:lstStyle/>
                    <a:p>
                      <a:pPr marL="0" marR="0" algn="just">
                        <a:spcBef>
                          <a:spcPts val="0"/>
                        </a:spcBef>
                        <a:spcAft>
                          <a:spcPts val="0"/>
                        </a:spcAft>
                      </a:pPr>
                      <a:r>
                        <a:rPr lang="en-US" sz="1100">
                          <a:effectLst/>
                        </a:rPr>
                        <a:t>The system can help improve the efficiency and reliability of electricity supply to urban areas.</a:t>
                      </a:r>
                      <a:endParaRPr lang="en-US" sz="1100">
                        <a:effectLst/>
                        <a:latin typeface="Times New Roman" panose="02020603050405020304" pitchFamily="18" charset="0"/>
                        <a:ea typeface="Times New Roman" panose="02020603050405020304" pitchFamily="18" charset="0"/>
                      </a:endParaRPr>
                    </a:p>
                  </a:txBody>
                  <a:tcPr marL="43038" marR="43038" marT="0" marB="0"/>
                </a:tc>
                <a:extLst>
                  <a:ext uri="{0D108BD9-81ED-4DB2-BD59-A6C34878D82A}">
                    <a16:rowId xmlns:a16="http://schemas.microsoft.com/office/drawing/2014/main" val="1540485229"/>
                  </a:ext>
                </a:extLst>
              </a:tr>
              <a:tr h="846125">
                <a:tc>
                  <a:txBody>
                    <a:bodyPr/>
                    <a:lstStyle/>
                    <a:p>
                      <a:pPr marL="0" marR="0" algn="just">
                        <a:spcBef>
                          <a:spcPts val="0"/>
                        </a:spcBef>
                        <a:spcAft>
                          <a:spcPts val="0"/>
                        </a:spcAft>
                      </a:pPr>
                      <a:r>
                        <a:rPr lang="en-US" sz="1100">
                          <a:effectLst/>
                        </a:rPr>
                        <a:t>13</a:t>
                      </a:r>
                      <a:endParaRPr lang="en-US" sz="1100">
                        <a:effectLst/>
                        <a:latin typeface="Times New Roman" panose="02020603050405020304" pitchFamily="18" charset="0"/>
                        <a:ea typeface="Times New Roman" panose="02020603050405020304" pitchFamily="18" charset="0"/>
                      </a:endParaRPr>
                    </a:p>
                  </a:txBody>
                  <a:tcPr marL="43038" marR="43038" marT="0" marB="0" anchor="ctr"/>
                </a:tc>
                <a:tc>
                  <a:txBody>
                    <a:bodyPr/>
                    <a:lstStyle/>
                    <a:p>
                      <a:pPr marL="0" marR="0" algn="just">
                        <a:spcBef>
                          <a:spcPts val="0"/>
                        </a:spcBef>
                        <a:spcAft>
                          <a:spcPts val="0"/>
                        </a:spcAft>
                      </a:pPr>
                      <a:r>
                        <a:rPr lang="en-US" sz="1100">
                          <a:effectLst/>
                        </a:rPr>
                        <a:t>Climate Action </a:t>
                      </a:r>
                      <a:endParaRPr lang="en-US" sz="1100">
                        <a:effectLst/>
                        <a:latin typeface="Times New Roman" panose="02020603050405020304" pitchFamily="18" charset="0"/>
                        <a:ea typeface="Times New Roman" panose="02020603050405020304" pitchFamily="18" charset="0"/>
                      </a:endParaRPr>
                    </a:p>
                  </a:txBody>
                  <a:tcPr marL="43038" marR="43038" marT="0" marB="0" anchor="ctr"/>
                </a:tc>
                <a:tc>
                  <a:txBody>
                    <a:bodyPr/>
                    <a:lstStyle/>
                    <a:p>
                      <a:pPr marL="0" marR="0" algn="just">
                        <a:spcBef>
                          <a:spcPts val="0"/>
                        </a:spcBef>
                        <a:spcAft>
                          <a:spcPts val="0"/>
                        </a:spcAft>
                      </a:pPr>
                      <a:r>
                        <a:rPr lang="en-US" sz="1100" dirty="0">
                          <a:effectLst/>
                        </a:rPr>
                        <a:t>Take urgent action to combat climate change and its impacts.</a:t>
                      </a:r>
                      <a:endParaRPr lang="en-US" sz="1100" dirty="0">
                        <a:effectLst/>
                        <a:latin typeface="Times New Roman" panose="02020603050405020304" pitchFamily="18" charset="0"/>
                        <a:ea typeface="Times New Roman" panose="02020603050405020304" pitchFamily="18" charset="0"/>
                      </a:endParaRPr>
                    </a:p>
                  </a:txBody>
                  <a:tcPr marL="43038" marR="43038" marT="0" marB="0" anchor="ctr"/>
                </a:tc>
                <a:tc>
                  <a:txBody>
                    <a:bodyPr/>
                    <a:lstStyle/>
                    <a:p>
                      <a:pPr marL="0" marR="0" algn="just">
                        <a:spcBef>
                          <a:spcPts val="0"/>
                        </a:spcBef>
                        <a:spcAft>
                          <a:spcPts val="0"/>
                        </a:spcAft>
                      </a:pPr>
                      <a:r>
                        <a:rPr lang="en-US" sz="1100">
                          <a:effectLst/>
                        </a:rPr>
                        <a:t>System can help optimize the use of renewable energy sources, reduce greenhouse gas emissions, and support the development of more sustainable energy systems, ultimately contributing to climate change mitigation and adaptation efforts.</a:t>
                      </a:r>
                      <a:endParaRPr lang="en-US" sz="1100">
                        <a:effectLst/>
                        <a:latin typeface="Times New Roman" panose="02020603050405020304" pitchFamily="18" charset="0"/>
                        <a:ea typeface="Times New Roman" panose="02020603050405020304" pitchFamily="18" charset="0"/>
                      </a:endParaRPr>
                    </a:p>
                  </a:txBody>
                  <a:tcPr marL="43038" marR="43038" marT="0" marB="0"/>
                </a:tc>
                <a:extLst>
                  <a:ext uri="{0D108BD9-81ED-4DB2-BD59-A6C34878D82A}">
                    <a16:rowId xmlns:a16="http://schemas.microsoft.com/office/drawing/2014/main" val="1725536055"/>
                  </a:ext>
                </a:extLst>
              </a:tr>
              <a:tr h="1557012">
                <a:tc>
                  <a:txBody>
                    <a:bodyPr/>
                    <a:lstStyle/>
                    <a:p>
                      <a:pPr marL="0" marR="0" algn="just">
                        <a:spcBef>
                          <a:spcPts val="0"/>
                        </a:spcBef>
                        <a:spcAft>
                          <a:spcPts val="0"/>
                        </a:spcAft>
                      </a:pPr>
                      <a:r>
                        <a:rPr lang="en-US" sz="1100" dirty="0">
                          <a:effectLst/>
                        </a:rPr>
                        <a:t>17</a:t>
                      </a:r>
                      <a:endParaRPr lang="en-US" sz="1100" dirty="0">
                        <a:effectLst/>
                        <a:latin typeface="Times New Roman" panose="02020603050405020304" pitchFamily="18" charset="0"/>
                        <a:ea typeface="Times New Roman" panose="02020603050405020304" pitchFamily="18" charset="0"/>
                      </a:endParaRPr>
                    </a:p>
                  </a:txBody>
                  <a:tcPr marL="43038" marR="43038" marT="0" marB="0" anchor="ctr"/>
                </a:tc>
                <a:tc>
                  <a:txBody>
                    <a:bodyPr/>
                    <a:lstStyle/>
                    <a:p>
                      <a:pPr marL="0" marR="0" algn="just">
                        <a:spcBef>
                          <a:spcPts val="0"/>
                        </a:spcBef>
                        <a:spcAft>
                          <a:spcPts val="0"/>
                        </a:spcAft>
                      </a:pPr>
                      <a:r>
                        <a:rPr lang="en-US" sz="1100">
                          <a:effectLst/>
                        </a:rPr>
                        <a:t>Partnerships for the Goals -</a:t>
                      </a:r>
                      <a:endParaRPr lang="en-US" sz="1100">
                        <a:effectLst/>
                        <a:latin typeface="Times New Roman" panose="02020603050405020304" pitchFamily="18" charset="0"/>
                        <a:ea typeface="Times New Roman" panose="02020603050405020304" pitchFamily="18" charset="0"/>
                      </a:endParaRPr>
                    </a:p>
                  </a:txBody>
                  <a:tcPr marL="43038" marR="43038" marT="0" marB="0" anchor="ctr"/>
                </a:tc>
                <a:tc>
                  <a:txBody>
                    <a:bodyPr/>
                    <a:lstStyle/>
                    <a:p>
                      <a:pPr marL="0" marR="0" algn="just">
                        <a:spcBef>
                          <a:spcPts val="0"/>
                        </a:spcBef>
                        <a:spcAft>
                          <a:spcPts val="0"/>
                        </a:spcAft>
                      </a:pPr>
                      <a:r>
                        <a:rPr lang="en-US" sz="1100">
                          <a:effectLst/>
                        </a:rPr>
                        <a:t>Strengthen the means of implementation and revitalize the global partnership for sustainable development.</a:t>
                      </a:r>
                      <a:endParaRPr lang="en-US" sz="1100">
                        <a:effectLst/>
                        <a:latin typeface="Times New Roman" panose="02020603050405020304" pitchFamily="18" charset="0"/>
                        <a:ea typeface="Times New Roman" panose="02020603050405020304" pitchFamily="18" charset="0"/>
                      </a:endParaRPr>
                    </a:p>
                  </a:txBody>
                  <a:tcPr marL="43038" marR="43038" marT="0" marB="0" anchor="ctr"/>
                </a:tc>
                <a:tc>
                  <a:txBody>
                    <a:bodyPr/>
                    <a:lstStyle/>
                    <a:p>
                      <a:pPr marL="0" marR="0" algn="just">
                        <a:spcBef>
                          <a:spcPts val="0"/>
                        </a:spcBef>
                        <a:spcAft>
                          <a:spcPts val="0"/>
                        </a:spcAft>
                      </a:pPr>
                      <a:r>
                        <a:rPr lang="en-US" sz="1100" dirty="0">
                          <a:effectLst/>
                        </a:rPr>
                        <a:t>By promoting collaboration and partnership between different stakeholders, such as energy providers, regulators, and consumers, the system can help identify and address common challenges related to energy access, sustainability, and resilience, ultimately contributing to the achievement of the SDGs through collective action.</a:t>
                      </a:r>
                      <a:endParaRPr lang="en-US" sz="1100" dirty="0">
                        <a:effectLst/>
                        <a:latin typeface="Times New Roman" panose="02020603050405020304" pitchFamily="18" charset="0"/>
                        <a:ea typeface="Times New Roman" panose="02020603050405020304" pitchFamily="18" charset="0"/>
                      </a:endParaRPr>
                    </a:p>
                  </a:txBody>
                  <a:tcPr marL="43038" marR="43038" marT="0" marB="0"/>
                </a:tc>
                <a:extLst>
                  <a:ext uri="{0D108BD9-81ED-4DB2-BD59-A6C34878D82A}">
                    <a16:rowId xmlns:a16="http://schemas.microsoft.com/office/drawing/2014/main" val="2708774239"/>
                  </a:ext>
                </a:extLst>
              </a:tr>
            </a:tbl>
          </a:graphicData>
        </a:graphic>
      </p:graphicFrame>
      <p:sp>
        <p:nvSpPr>
          <p:cNvPr id="7" name="Text Placeholder 3">
            <a:extLst>
              <a:ext uri="{FF2B5EF4-FFF2-40B4-BE49-F238E27FC236}">
                <a16:creationId xmlns:a16="http://schemas.microsoft.com/office/drawing/2014/main" id="{9CC9AD57-4CEA-41FA-B4A9-46956CC6EE22}"/>
              </a:ext>
            </a:extLst>
          </p:cNvPr>
          <p:cNvSpPr txBox="1">
            <a:spLocks/>
          </p:cNvSpPr>
          <p:nvPr/>
        </p:nvSpPr>
        <p:spPr>
          <a:xfrm>
            <a:off x="304800" y="914399"/>
            <a:ext cx="8447314" cy="634316"/>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en-US" sz="1500" b="1" dirty="0">
                <a:latin typeface="Arial" panose="020B0604020202020204" pitchFamily="34" charset="0"/>
                <a:ea typeface="Times New Roman" panose="02020603050405020304" pitchFamily="18" charset="0"/>
              </a:rPr>
              <a:t>There are 17 </a:t>
            </a:r>
            <a:r>
              <a:rPr lang="en-US" altLang="en-US" sz="1500" b="1" dirty="0">
                <a:latin typeface="Times New Roman" panose="02020603050405020304" pitchFamily="18" charset="0"/>
                <a:ea typeface="Times New Roman" panose="02020603050405020304" pitchFamily="18" charset="0"/>
                <a:cs typeface="Times New Roman" panose="02020603050405020304" pitchFamily="18" charset="0"/>
              </a:rPr>
              <a:t>sustainable</a:t>
            </a:r>
            <a:r>
              <a:rPr lang="en-US" altLang="en-US" sz="1500" b="1" dirty="0">
                <a:latin typeface="Arial" panose="020B0604020202020204" pitchFamily="34" charset="0"/>
                <a:ea typeface="Times New Roman" panose="02020603050405020304" pitchFamily="18" charset="0"/>
              </a:rPr>
              <a:t> development goals given by United Nations Development </a:t>
            </a:r>
            <a:r>
              <a:rPr lang="en-US" altLang="en-US" sz="1500" b="1" dirty="0" err="1">
                <a:latin typeface="Arial" panose="020B0604020202020204" pitchFamily="34" charset="0"/>
                <a:ea typeface="Times New Roman" panose="02020603050405020304" pitchFamily="18" charset="0"/>
              </a:rPr>
              <a:t>Programe</a:t>
            </a:r>
            <a:r>
              <a:rPr lang="en-US" altLang="en-US" sz="1500" b="1" dirty="0">
                <a:latin typeface="Arial" panose="020B0604020202020204" pitchFamily="34" charset="0"/>
                <a:ea typeface="Times New Roman" panose="02020603050405020304" pitchFamily="18" charset="0"/>
              </a:rPr>
              <a:t> (UNDP). </a:t>
            </a:r>
            <a:endParaRPr lang="en-US" altLang="en-US" sz="1500" b="1" dirty="0">
              <a:latin typeface="Arial" panose="020B0604020202020204" pitchFamily="34" charset="0"/>
            </a:endParaRPr>
          </a:p>
          <a:p>
            <a:endParaRPr lang="en-US" dirty="0"/>
          </a:p>
        </p:txBody>
      </p:sp>
      <p:sp>
        <p:nvSpPr>
          <p:cNvPr id="8" name="Slide Number Placeholder 4">
            <a:extLst>
              <a:ext uri="{FF2B5EF4-FFF2-40B4-BE49-F238E27FC236}">
                <a16:creationId xmlns:a16="http://schemas.microsoft.com/office/drawing/2014/main" id="{DFCFD09B-0BD5-4D51-8E1F-CCFCFFA20B6B}"/>
              </a:ext>
            </a:extLst>
          </p:cNvPr>
          <p:cNvSpPr txBox="1">
            <a:spLocks/>
          </p:cNvSpPr>
          <p:nvPr/>
        </p:nvSpPr>
        <p:spPr>
          <a:xfrm>
            <a:off x="6618514" y="636988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17</a:t>
            </a:fld>
            <a:endParaRPr lang="en-US"/>
          </a:p>
        </p:txBody>
      </p:sp>
    </p:spTree>
    <p:extLst>
      <p:ext uri="{BB962C8B-B14F-4D97-AF65-F5344CB8AC3E}">
        <p14:creationId xmlns:p14="http://schemas.microsoft.com/office/powerpoint/2010/main" val="28889301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A7BE1-77AF-4690-B19C-1DE7C6D8FB22}"/>
              </a:ext>
            </a:extLst>
          </p:cNvPr>
          <p:cNvSpPr>
            <a:spLocks noGrp="1"/>
          </p:cNvSpPr>
          <p:nvPr>
            <p:ph type="title"/>
          </p:nvPr>
        </p:nvSpPr>
        <p:spPr>
          <a:xfrm>
            <a:off x="838200" y="136525"/>
            <a:ext cx="7848600" cy="595312"/>
          </a:xfrm>
        </p:spPr>
        <p:txBody>
          <a:bodyPr>
            <a:normAutofit fontScale="90000"/>
          </a:bodyPr>
          <a:lstStyle/>
          <a:p>
            <a:pPr algn="l"/>
            <a:r>
              <a:rPr lang="en-US" dirty="0"/>
              <a:t>Final View</a:t>
            </a:r>
          </a:p>
        </p:txBody>
      </p:sp>
      <p:sp>
        <p:nvSpPr>
          <p:cNvPr id="4" name="Slide Number Placeholder 3">
            <a:extLst>
              <a:ext uri="{FF2B5EF4-FFF2-40B4-BE49-F238E27FC236}">
                <a16:creationId xmlns:a16="http://schemas.microsoft.com/office/drawing/2014/main" id="{7FC76B9D-E157-4C88-9DC3-156AD759EEAF}"/>
              </a:ext>
            </a:extLst>
          </p:cNvPr>
          <p:cNvSpPr>
            <a:spLocks noGrp="1"/>
          </p:cNvSpPr>
          <p:nvPr>
            <p:ph type="sldNum" sz="quarter" idx="12"/>
          </p:nvPr>
        </p:nvSpPr>
        <p:spPr/>
        <p:txBody>
          <a:bodyPr/>
          <a:lstStyle/>
          <a:p>
            <a:fld id="{B6F15528-21DE-4FAA-801E-634DDDAF4B2B}" type="slidenum">
              <a:rPr lang="en-US" smtClean="0"/>
              <a:pPr/>
              <a:t>18</a:t>
            </a:fld>
            <a:endParaRPr lang="en-US" dirty="0"/>
          </a:p>
        </p:txBody>
      </p:sp>
      <p:pic>
        <p:nvPicPr>
          <p:cNvPr id="5" name="Content Placeholder 4">
            <a:extLst>
              <a:ext uri="{FF2B5EF4-FFF2-40B4-BE49-F238E27FC236}">
                <a16:creationId xmlns:a16="http://schemas.microsoft.com/office/drawing/2014/main" id="{6C873691-94B2-4229-9069-B871A4D0A3F5}"/>
              </a:ext>
            </a:extLst>
          </p:cNvPr>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95400" y="1143001"/>
            <a:ext cx="6553200" cy="4952999"/>
          </a:xfrm>
          <a:prstGeom prst="rect">
            <a:avLst/>
          </a:prstGeom>
        </p:spPr>
      </p:pic>
    </p:spTree>
    <p:extLst>
      <p:ext uri="{BB962C8B-B14F-4D97-AF65-F5344CB8AC3E}">
        <p14:creationId xmlns:p14="http://schemas.microsoft.com/office/powerpoint/2010/main" val="17444086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685800" y="381000"/>
            <a:ext cx="7851775" cy="1295400"/>
          </a:xfrm>
          <a:prstGeom prst="rect">
            <a:avLst/>
          </a:prstGeom>
          <a:ln>
            <a:miter lim="800000"/>
            <a:headEnd/>
            <a:tailEnd/>
          </a:ln>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br>
              <a:rPr lang="en-US" sz="6000" dirty="0">
                <a:latin typeface="Monotype Corsiva" pitchFamily="66" charset="0"/>
              </a:rPr>
            </a:br>
            <a:br>
              <a:rPr lang="en-US" sz="6000" dirty="0">
                <a:latin typeface="Monotype Corsiva" pitchFamily="66" charset="0"/>
              </a:rPr>
            </a:br>
            <a:br>
              <a:rPr lang="en-US" sz="6000" dirty="0">
                <a:latin typeface="Monotype Corsiva" pitchFamily="66" charset="0"/>
              </a:rPr>
            </a:br>
            <a:br>
              <a:rPr lang="en-US" sz="6000" dirty="0">
                <a:latin typeface="Monotype Corsiva" pitchFamily="66" charset="0"/>
              </a:rPr>
            </a:br>
            <a:r>
              <a:rPr lang="en-US" sz="6000" dirty="0">
                <a:solidFill>
                  <a:schemeClr val="tx2">
                    <a:lumMod val="50000"/>
                  </a:schemeClr>
                </a:solidFill>
                <a:effectLst>
                  <a:outerShdw blurRad="38100" dist="38100" dir="2700000" algn="tl">
                    <a:srgbClr val="000000">
                      <a:alpha val="43137"/>
                    </a:srgbClr>
                  </a:outerShdw>
                </a:effectLst>
                <a:latin typeface="Cambria" pitchFamily="18" charset="0"/>
                <a:ea typeface="+mn-ea"/>
                <a:cs typeface="+mn-cs"/>
              </a:rPr>
              <a:t>Thank</a:t>
            </a:r>
            <a:r>
              <a:rPr lang="en-US" sz="6000" b="1" dirty="0">
                <a:solidFill>
                  <a:srgbClr val="520A14"/>
                </a:solidFill>
                <a:effectLst>
                  <a:outerShdw blurRad="38100" dist="38100" dir="2700000" algn="tl">
                    <a:srgbClr val="000000">
                      <a:alpha val="43137"/>
                    </a:srgbClr>
                  </a:outerShdw>
                </a:effectLst>
                <a:latin typeface="Cambria" panose="02040503050406030204" pitchFamily="18" charset="0"/>
                <a:ea typeface="+mn-ea"/>
                <a:cs typeface="+mn-cs"/>
              </a:rPr>
              <a:t> </a:t>
            </a:r>
            <a:r>
              <a:rPr lang="en-US" sz="6000" dirty="0">
                <a:solidFill>
                  <a:schemeClr val="tx2">
                    <a:lumMod val="50000"/>
                  </a:schemeClr>
                </a:solidFill>
                <a:effectLst>
                  <a:outerShdw blurRad="38100" dist="38100" dir="2700000" algn="tl">
                    <a:srgbClr val="000000">
                      <a:alpha val="43137"/>
                    </a:srgbClr>
                  </a:outerShdw>
                </a:effectLst>
                <a:latin typeface="Cambria" pitchFamily="18" charset="0"/>
                <a:ea typeface="+mn-ea"/>
                <a:cs typeface="+mn-cs"/>
              </a:rPr>
              <a:t>You</a:t>
            </a:r>
            <a:r>
              <a:rPr lang="en-US" sz="6000" b="1" dirty="0">
                <a:solidFill>
                  <a:srgbClr val="520A14"/>
                </a:solidFill>
                <a:effectLst>
                  <a:outerShdw blurRad="38100" dist="38100" dir="2700000" algn="tl">
                    <a:srgbClr val="000000">
                      <a:alpha val="43137"/>
                    </a:srgbClr>
                  </a:outerShdw>
                </a:effectLst>
                <a:latin typeface="Cambria" panose="02040503050406030204" pitchFamily="18" charset="0"/>
                <a:ea typeface="+mn-ea"/>
                <a:cs typeface="+mn-cs"/>
              </a:rPr>
              <a:t> </a:t>
            </a:r>
            <a:br>
              <a:rPr lang="en-US" sz="6000" b="1" dirty="0">
                <a:solidFill>
                  <a:srgbClr val="520A14"/>
                </a:solidFill>
                <a:effectLst>
                  <a:outerShdw blurRad="38100" dist="38100" dir="2700000" algn="tl">
                    <a:srgbClr val="000000">
                      <a:alpha val="43137"/>
                    </a:srgbClr>
                  </a:outerShdw>
                </a:effectLst>
                <a:latin typeface="Cambria" panose="02040503050406030204" pitchFamily="18" charset="0"/>
                <a:ea typeface="+mn-ea"/>
                <a:cs typeface="+mn-cs"/>
              </a:rPr>
            </a:br>
            <a:endParaRPr lang="en-US" sz="6000" b="1" dirty="0">
              <a:solidFill>
                <a:srgbClr val="520A14"/>
              </a:solidFill>
              <a:effectLst>
                <a:outerShdw blurRad="38100" dist="38100" dir="2700000" algn="tl">
                  <a:srgbClr val="000000">
                    <a:alpha val="43137"/>
                  </a:srgbClr>
                </a:outerShdw>
              </a:effectLst>
              <a:latin typeface="Cambria" panose="02040503050406030204" pitchFamily="18" charset="0"/>
              <a:ea typeface="+mn-ea"/>
              <a:cs typeface="+mn-cs"/>
            </a:endParaRPr>
          </a:p>
        </p:txBody>
      </p:sp>
      <p:sp>
        <p:nvSpPr>
          <p:cNvPr id="7" name="Slide Number Placeholder 6"/>
          <p:cNvSpPr>
            <a:spLocks noGrp="1"/>
          </p:cNvSpPr>
          <p:nvPr>
            <p:ph type="sldNum" sz="quarter" idx="12"/>
          </p:nvPr>
        </p:nvSpPr>
        <p:spPr/>
        <p:txBody>
          <a:bodyPr>
            <a:normAutofit/>
          </a:bodyPr>
          <a:lstStyle/>
          <a:p>
            <a:fld id="{B6F15528-21DE-4FAA-801E-634DDDAF4B2B}" type="slidenum">
              <a:rPr lang="en-US" smtClean="0"/>
              <a:pPr/>
              <a:t>19</a:t>
            </a:fld>
            <a:endParaRPr lang="en-US" dirty="0"/>
          </a:p>
        </p:txBody>
      </p:sp>
      <p:sp>
        <p:nvSpPr>
          <p:cNvPr id="6" name="Slide Number Placeholder 1">
            <a:extLst>
              <a:ext uri="{FF2B5EF4-FFF2-40B4-BE49-F238E27FC236}">
                <a16:creationId xmlns:a16="http://schemas.microsoft.com/office/drawing/2014/main" id="{9F9FF80C-5B47-4773-A366-406BF2F1B803}"/>
              </a:ext>
            </a:extLst>
          </p:cNvPr>
          <p:cNvSpPr txBox="1">
            <a:spLocks/>
          </p:cNvSpPr>
          <p:nvPr/>
        </p:nvSpPr>
        <p:spPr>
          <a:xfrm>
            <a:off x="4754879" y="6591920"/>
            <a:ext cx="365761" cy="246221"/>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a:t>
            </a:r>
            <a:fld id="{FE943276-DE8D-4E39-AF56-92ECCC5D4DD5}" type="slidenum">
              <a:rPr lang="en-US" smtClean="0">
                <a:solidFill>
                  <a:schemeClr val="tx1"/>
                </a:solidFill>
              </a:rPr>
              <a:pPr/>
              <a:t>19</a:t>
            </a:fld>
            <a:r>
              <a:rPr lang="en-US" dirty="0">
                <a:solidFill>
                  <a:schemeClr val="tx1"/>
                </a:solidFill>
              </a:rPr>
              <a:t>-</a:t>
            </a:r>
          </a:p>
        </p:txBody>
      </p:sp>
      <p:sp>
        <p:nvSpPr>
          <p:cNvPr id="8" name="TextBox 3"/>
          <p:cNvSpPr txBox="1">
            <a:spLocks noChangeArrowheads="1"/>
          </p:cNvSpPr>
          <p:nvPr/>
        </p:nvSpPr>
        <p:spPr bwMode="auto">
          <a:xfrm>
            <a:off x="838200" y="2820412"/>
            <a:ext cx="69342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9600" b="1" dirty="0">
                <a:latin typeface="Bradley Hand ITC" pitchFamily="66" charset="0"/>
                <a:cs typeface="Times New Roman" pitchFamily="18" charset="0"/>
              </a:rPr>
              <a:t>  </a:t>
            </a:r>
            <a:r>
              <a:rPr lang="en-US" sz="4800" b="1" dirty="0">
                <a:solidFill>
                  <a:srgbClr val="520A14"/>
                </a:solidFill>
                <a:effectLst>
                  <a:outerShdw blurRad="38100" dist="38100" dir="2700000" algn="tl">
                    <a:srgbClr val="000000">
                      <a:alpha val="43137"/>
                    </a:srgbClr>
                  </a:outerShdw>
                </a:effectLst>
                <a:latin typeface="Cambria" panose="02040503050406030204" pitchFamily="18" charset="0"/>
                <a:cs typeface="+mn-cs"/>
              </a:rPr>
              <a:t>Questions </a:t>
            </a:r>
          </a:p>
          <a:p>
            <a:pPr algn="ctr" eaLnBrk="1" hangingPunct="1"/>
            <a:r>
              <a:rPr lang="en-US" sz="4800" b="1" dirty="0">
                <a:solidFill>
                  <a:srgbClr val="520A14"/>
                </a:solidFill>
                <a:effectLst>
                  <a:outerShdw blurRad="38100" dist="38100" dir="2700000" algn="tl">
                    <a:srgbClr val="000000">
                      <a:alpha val="43137"/>
                    </a:srgbClr>
                  </a:outerShdw>
                </a:effectLst>
                <a:latin typeface="Cambria" panose="02040503050406030204" pitchFamily="18" charset="0"/>
                <a:cs typeface="+mn-cs"/>
              </a:rPr>
              <a:t>     ?</a:t>
            </a:r>
          </a:p>
        </p:txBody>
      </p:sp>
    </p:spTree>
    <p:extLst>
      <p:ext uri="{BB962C8B-B14F-4D97-AF65-F5344CB8AC3E}">
        <p14:creationId xmlns:p14="http://schemas.microsoft.com/office/powerpoint/2010/main" val="108907572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4482</TotalTime>
  <Words>1218</Words>
  <Application>Microsoft Office PowerPoint</Application>
  <PresentationFormat>On-screen Show (4:3)</PresentationFormat>
  <Paragraphs>148</Paragraphs>
  <Slides>19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Bradley Hand ITC</vt:lpstr>
      <vt:lpstr>Calibri</vt:lpstr>
      <vt:lpstr>Cambria</vt:lpstr>
      <vt:lpstr>Monotype Corsiva</vt:lpstr>
      <vt:lpstr>Times New Roman</vt:lpstr>
      <vt:lpstr>Wingdings</vt:lpstr>
      <vt:lpstr>Office Theme</vt:lpstr>
      <vt:lpstr>Development of Power Monitoring and Control System for Smart Grid</vt:lpstr>
      <vt:lpstr>PowerPoint Presentation</vt:lpstr>
      <vt:lpstr>Contents:</vt:lpstr>
      <vt:lpstr> </vt:lpstr>
      <vt:lpstr>Objectives:</vt:lpstr>
      <vt:lpstr>Literature Review</vt:lpstr>
      <vt:lpstr>Literature Review</vt:lpstr>
      <vt:lpstr>PowerPoint Presentation</vt:lpstr>
      <vt:lpstr>Hardware Components:</vt:lpstr>
      <vt:lpstr>Hardware Components:</vt:lpstr>
      <vt:lpstr> Hardware Components:</vt:lpstr>
      <vt:lpstr>Hardware Components: </vt:lpstr>
      <vt:lpstr>Hardware Components: </vt:lpstr>
      <vt:lpstr>Hardware Components:</vt:lpstr>
      <vt:lpstr>Hardware Components:</vt:lpstr>
      <vt:lpstr>Hardware Components:</vt:lpstr>
      <vt:lpstr>PowerPoint Presentation</vt:lpstr>
      <vt:lpstr>Final View</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Sampled-Data Control of Quadrotor Unmanned Aerial Vehicle</dc:title>
  <dc:creator>saadullah</dc:creator>
  <cp:lastModifiedBy>Muhammad Umer Farooq</cp:lastModifiedBy>
  <cp:revision>523</cp:revision>
  <cp:lastPrinted>2024-06-03T21:42:49Z</cp:lastPrinted>
  <dcterms:created xsi:type="dcterms:W3CDTF">2006-08-16T00:00:00Z</dcterms:created>
  <dcterms:modified xsi:type="dcterms:W3CDTF">2024-06-12T07:14:13Z</dcterms:modified>
</cp:coreProperties>
</file>